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4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09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71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53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50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87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025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62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167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4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2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3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B7FF0-0766-4F55-8395-3A73B0FA8FA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E85BB-EAB7-4FCC-B917-B0BBE69D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51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0" y="245830"/>
            <a:ext cx="9065340" cy="63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94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2009577"/>
            <a:ext cx="1123154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9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PC DATA </a:t>
            </a:r>
            <a:r>
              <a:rPr lang="ko-KR" altLang="en-US" smtClean="0"/>
              <a:t>테이블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플레이어 고유명</a:t>
            </a:r>
            <a:r>
              <a:rPr lang="en-US" altLang="ko-KR" smtClean="0"/>
              <a:t>(CLASS)</a:t>
            </a:r>
          </a:p>
          <a:p>
            <a:pPr lvl="1"/>
            <a:r>
              <a:rPr lang="ko-KR" altLang="en-US" smtClean="0"/>
              <a:t>주인공의 이름 혹은 </a:t>
            </a:r>
            <a:r>
              <a:rPr lang="en-US" altLang="ko-KR" smtClean="0"/>
              <a:t>CLASS(</a:t>
            </a:r>
            <a:r>
              <a:rPr lang="ko-KR" altLang="en-US" smtClean="0"/>
              <a:t>클래스가 주인공의 정체성일 경우</a:t>
            </a:r>
            <a:r>
              <a:rPr lang="en-US" altLang="ko-KR" smtClean="0"/>
              <a:t>. </a:t>
            </a:r>
            <a:r>
              <a:rPr lang="ko-KR" altLang="en-US" smtClean="0"/>
              <a:t>닉네임을 적는 게 아니다</a:t>
            </a:r>
            <a:r>
              <a:rPr lang="en-US" altLang="ko-KR" smtClean="0"/>
              <a:t>.)</a:t>
            </a:r>
            <a:r>
              <a:rPr lang="ko-KR" altLang="en-US" smtClean="0"/>
              <a:t>를 적는다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endParaRPr lang="en-US" altLang="ko-KR" smtClean="0"/>
          </a:p>
          <a:p>
            <a:r>
              <a:rPr lang="ko-KR" altLang="en-US" smtClean="0"/>
              <a:t>주인공의 밸런스에 필요한 능력의 종류와 값이 한 세트다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각 레벨의 공격력</a:t>
            </a:r>
            <a:endParaRPr lang="en-US" altLang="ko-KR" smtClean="0"/>
          </a:p>
          <a:p>
            <a:pPr lvl="1"/>
            <a:r>
              <a:rPr lang="ko-KR" altLang="en-US" smtClean="0"/>
              <a:t>공격력과 공격력 합산에 도움을 주는 요소들을 적어준다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방어력과 방어력의 합산에 도움을 주는 요소들을 적어준다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스킬은 이름만 적는다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수치는 나중에 따로 적을 예정</a:t>
            </a:r>
            <a:endParaRPr lang="en-US" altLang="ko-KR" smtClean="0"/>
          </a:p>
          <a:p>
            <a:endParaRPr lang="en-US" altLang="ko-KR" smtClean="0"/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527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63</Words>
  <Application>Microsoft Office PowerPoint</Application>
  <PresentationFormat>와이드스크린</PresentationFormat>
  <Paragraphs>10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PC DATA 테이블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3</cp:revision>
  <dcterms:created xsi:type="dcterms:W3CDTF">2026-07-29T05:01:25Z</dcterms:created>
  <dcterms:modified xsi:type="dcterms:W3CDTF">2026-07-29T06:52:34Z</dcterms:modified>
</cp:coreProperties>
</file>