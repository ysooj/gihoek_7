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33" d="100"/>
          <a:sy n="33" d="100"/>
        </p:scale>
        <p:origin x="630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44CB-7CBF-4E56-B341-B6C0E7ED55D3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62AD-F33A-4F8C-8D51-4D838CF7B3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3944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44CB-7CBF-4E56-B341-B6C0E7ED55D3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62AD-F33A-4F8C-8D51-4D838CF7B3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322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44CB-7CBF-4E56-B341-B6C0E7ED55D3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62AD-F33A-4F8C-8D51-4D838CF7B3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810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44CB-7CBF-4E56-B341-B6C0E7ED55D3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62AD-F33A-4F8C-8D51-4D838CF7B3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5989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44CB-7CBF-4E56-B341-B6C0E7ED55D3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62AD-F33A-4F8C-8D51-4D838CF7B3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862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44CB-7CBF-4E56-B341-B6C0E7ED55D3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62AD-F33A-4F8C-8D51-4D838CF7B3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757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44CB-7CBF-4E56-B341-B6C0E7ED55D3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62AD-F33A-4F8C-8D51-4D838CF7B3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891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44CB-7CBF-4E56-B341-B6C0E7ED55D3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62AD-F33A-4F8C-8D51-4D838CF7B3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590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44CB-7CBF-4E56-B341-B6C0E7ED55D3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62AD-F33A-4F8C-8D51-4D838CF7B3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0378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44CB-7CBF-4E56-B341-B6C0E7ED55D3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62AD-F33A-4F8C-8D51-4D838CF7B3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0055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44CB-7CBF-4E56-B341-B6C0E7ED55D3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62AD-F33A-4F8C-8D51-4D838CF7B3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088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244CB-7CBF-4E56-B341-B6C0E7ED55D3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B62AD-F33A-4F8C-8D51-4D838CF7B3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523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오늘 해야 할 일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좀비고</a:t>
            </a:r>
            <a:r>
              <a:rPr lang="en-US" altLang="ko-KR" smtClean="0"/>
              <a:t>] </a:t>
            </a:r>
            <a:r>
              <a:rPr lang="ko-KR" altLang="en-US" smtClean="0"/>
              <a:t>플레이 해보기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엔진 툴샷 추가하기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리소스를 만들 때 </a:t>
            </a:r>
            <a:r>
              <a:rPr lang="en-US" altLang="ko-KR" smtClean="0"/>
              <a:t>AI </a:t>
            </a:r>
            <a:r>
              <a:rPr lang="ko-KR" altLang="en-US" smtClean="0"/>
              <a:t>사용 범위나 작업 과정을 따로 표시하자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087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요즘 게임 업계 동향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‘</a:t>
            </a:r>
            <a:r>
              <a:rPr lang="ko-KR" altLang="en-US" smtClean="0"/>
              <a:t>서브 컬쳐</a:t>
            </a:r>
            <a:r>
              <a:rPr lang="en-US" altLang="ko-KR" smtClean="0"/>
              <a:t>＇</a:t>
            </a:r>
            <a:r>
              <a:rPr lang="ko-KR" altLang="en-US" smtClean="0"/>
              <a:t>때문에 시나리오 기획자를 많이 뽑는다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10</a:t>
            </a:r>
            <a:r>
              <a:rPr lang="ko-KR" altLang="en-US" smtClean="0"/>
              <a:t>명 중 </a:t>
            </a:r>
            <a:r>
              <a:rPr lang="en-US" altLang="ko-KR" smtClean="0"/>
              <a:t>8</a:t>
            </a:r>
            <a:r>
              <a:rPr lang="ko-KR" altLang="en-US" smtClean="0"/>
              <a:t>명 정도</a:t>
            </a:r>
            <a:r>
              <a:rPr lang="en-US" altLang="ko-KR" smtClean="0"/>
              <a:t>.</a:t>
            </a:r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빨리 취업할 수 있게 준비하자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정신줄 단디 잡자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035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25116" y="365125"/>
            <a:ext cx="11341768" cy="1325563"/>
          </a:xfrm>
        </p:spPr>
        <p:txBody>
          <a:bodyPr/>
          <a:lstStyle/>
          <a:p>
            <a:r>
              <a:rPr lang="ko-KR" altLang="en-US" smtClean="0"/>
              <a:t>밸런스 문서를 통해 어떤 걸 보여줄 수 있나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데이터 구조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밸런스 능력에 대한 부분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endParaRPr lang="en-US" altLang="ko-KR"/>
          </a:p>
          <a:p>
            <a:r>
              <a:rPr lang="ko-KR" altLang="en-US" smtClean="0"/>
              <a:t>치밀하게 내용을 작성해야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그리고 항목 제목을 단어를</a:t>
            </a:r>
            <a:r>
              <a:rPr lang="en-US" altLang="ko-KR" smtClean="0"/>
              <a:t>, </a:t>
            </a:r>
            <a:r>
              <a:rPr lang="ko-KR" altLang="en-US" smtClean="0"/>
              <a:t>선생님께서 쓰신 명칭이 아니라 모두 바꿔야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270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06" y="176460"/>
            <a:ext cx="8652388" cy="650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447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86</Words>
  <Application>Microsoft Office PowerPoint</Application>
  <PresentationFormat>와이드스크린</PresentationFormat>
  <Paragraphs>19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오늘 해야 할 일</vt:lpstr>
      <vt:lpstr>요즘 게임 업계 동향</vt:lpstr>
      <vt:lpstr>밸런스 문서를 통해 어떤 걸 보여줄 수 있나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ㄴ</dc:title>
  <dc:creator>FullName</dc:creator>
  <cp:lastModifiedBy>FullName</cp:lastModifiedBy>
  <cp:revision>5</cp:revision>
  <dcterms:created xsi:type="dcterms:W3CDTF">2026-08-03T04:33:54Z</dcterms:created>
  <dcterms:modified xsi:type="dcterms:W3CDTF">2026-08-03T06:52:20Z</dcterms:modified>
</cp:coreProperties>
</file>