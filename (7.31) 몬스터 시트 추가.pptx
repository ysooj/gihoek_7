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88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21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857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959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57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70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22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66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47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4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45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B6F3C-E61E-4A75-9F27-FA52231766F2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ACC31-7239-4118-AA10-6288B98E1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23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실습</a:t>
            </a:r>
            <a:r>
              <a:rPr lang="en-US" altLang="ko-KR" smtClean="0"/>
              <a:t>] </a:t>
            </a:r>
            <a:r>
              <a:rPr lang="ko-KR" altLang="en-US" smtClean="0"/>
              <a:t>아이템 문서 작업하기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특정 이벤트에서만 </a:t>
            </a:r>
            <a:r>
              <a:rPr lang="en-US" altLang="ko-KR" smtClean="0"/>
              <a:t>/ </a:t>
            </a:r>
            <a:r>
              <a:rPr lang="ko-KR" altLang="en-US" smtClean="0"/>
              <a:t>공성전</a:t>
            </a:r>
            <a:r>
              <a:rPr lang="en-US" altLang="ko-KR" smtClean="0"/>
              <a:t>,</a:t>
            </a:r>
            <a:r>
              <a:rPr lang="ko-KR" altLang="en-US" smtClean="0"/>
              <a:t>투기장에서만 사용된다</a:t>
            </a:r>
            <a:endParaRPr lang="en-US" altLang="ko-KR" smtClean="0"/>
          </a:p>
          <a:p>
            <a:r>
              <a:rPr lang="ko-KR" altLang="en-US" smtClean="0"/>
              <a:t>시스템적 속성</a:t>
            </a:r>
            <a:endParaRPr lang="en-US" altLang="ko-KR" smtClean="0"/>
          </a:p>
          <a:p>
            <a:r>
              <a:rPr lang="ko-KR" altLang="en-US" smtClean="0"/>
              <a:t>최소</a:t>
            </a:r>
            <a:r>
              <a:rPr lang="en-US" altLang="ko-KR" smtClean="0"/>
              <a:t>~</a:t>
            </a:r>
            <a:r>
              <a:rPr lang="ko-KR" altLang="en-US" smtClean="0"/>
              <a:t>최대 공격력 변화에 대해 </a:t>
            </a:r>
            <a:r>
              <a:rPr lang="en-US" altLang="ko-KR" smtClean="0"/>
              <a:t>[</a:t>
            </a:r>
            <a:r>
              <a:rPr lang="ko-KR" altLang="en-US" smtClean="0"/>
              <a:t>디아블로</a:t>
            </a:r>
            <a:r>
              <a:rPr lang="en-US" altLang="ko-KR" smtClean="0"/>
              <a:t>]</a:t>
            </a:r>
            <a:r>
              <a:rPr lang="ko-KR" altLang="en-US" smtClean="0"/>
              <a:t>같은 게임을 참고해서</a:t>
            </a:r>
            <a:r>
              <a:rPr lang="en-US" altLang="ko-KR" smtClean="0"/>
              <a:t>, </a:t>
            </a:r>
            <a:r>
              <a:rPr lang="ko-KR" altLang="en-US" smtClean="0"/>
              <a:t>더 좋은 아이템을 얻기 위해 수치를 다듬어보는 작업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05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 작업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밀리면 이후에 더 힘드므로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바로 바로 하자</a:t>
            </a:r>
            <a:r>
              <a:rPr lang="en-US" altLang="ko-KR" smtClean="0"/>
              <a:t>!!!!!!!!!!!!!</a:t>
            </a:r>
          </a:p>
        </p:txBody>
      </p:sp>
    </p:spTree>
    <p:extLst>
      <p:ext uri="{BB962C8B-B14F-4D97-AF65-F5344CB8AC3E}">
        <p14:creationId xmlns:p14="http://schemas.microsoft.com/office/powerpoint/2010/main" val="696538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 관련 시트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아이템처럼 몬스터 이름과 이미지에 대한 영역이</a:t>
            </a:r>
            <a:r>
              <a:rPr lang="en-US" altLang="ko-KR" smtClean="0"/>
              <a:t>, </a:t>
            </a:r>
            <a:r>
              <a:rPr lang="ko-KR" altLang="en-US" smtClean="0"/>
              <a:t>면접관의 호감도를 올리기 위한 중요한 요소다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특히 이미지는 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mtClean="0"/>
              <a:t>‘</a:t>
            </a:r>
            <a:r>
              <a:rPr lang="ko-KR" altLang="en-US" smtClean="0"/>
              <a:t>전신</a:t>
            </a:r>
            <a:r>
              <a:rPr lang="en-US" altLang="ko-KR" smtClean="0"/>
              <a:t>‘ </a:t>
            </a:r>
            <a:r>
              <a:rPr lang="ko-KR" altLang="en-US" smtClean="0"/>
              <a:t>이미지를 사용하고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스타일의 개연성을 맞춰야 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7998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몬스터의 타입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1684" y="1825625"/>
            <a:ext cx="10908632" cy="4351338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타입</a:t>
            </a:r>
            <a:r>
              <a:rPr lang="en-US" altLang="ko-KR" smtClean="0"/>
              <a:t>, </a:t>
            </a:r>
            <a:r>
              <a:rPr lang="ko-KR" altLang="en-US" smtClean="0"/>
              <a:t>등급</a:t>
            </a:r>
            <a:r>
              <a:rPr lang="en-US" altLang="ko-KR" smtClean="0"/>
              <a:t>, </a:t>
            </a:r>
            <a:r>
              <a:rPr lang="ko-KR" altLang="en-US" smtClean="0"/>
              <a:t>종류 등에 따라</a:t>
            </a:r>
            <a:endParaRPr lang="en-US" altLang="ko-KR" smtClean="0"/>
          </a:p>
          <a:p>
            <a:r>
              <a:rPr lang="en-US" altLang="ko-KR" smtClean="0"/>
              <a:t>AI, SKILL ANIMATION, STATUS</a:t>
            </a:r>
            <a:r>
              <a:rPr lang="ko-KR" altLang="en-US" smtClean="0"/>
              <a:t>가 달라진다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타입</a:t>
            </a:r>
            <a:endParaRPr lang="en-US" altLang="ko-KR" smtClean="0"/>
          </a:p>
          <a:p>
            <a:pPr lvl="1"/>
            <a:r>
              <a:rPr lang="ko-KR" altLang="en-US" smtClean="0"/>
              <a:t>저레벨 일반 </a:t>
            </a:r>
            <a:r>
              <a:rPr lang="en-US" altLang="ko-KR" smtClean="0"/>
              <a:t>=&gt; </a:t>
            </a:r>
            <a:r>
              <a:rPr lang="ko-KR" altLang="en-US" smtClean="0"/>
              <a:t>플레이어 캐릭터가 이들과 전투하다가 죽으면 안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                </a:t>
            </a:r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약해야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일반</a:t>
            </a:r>
            <a:endParaRPr lang="en-US" altLang="ko-KR" smtClean="0"/>
          </a:p>
          <a:p>
            <a:pPr lvl="1"/>
            <a:r>
              <a:rPr lang="ko-KR" altLang="en-US" smtClean="0"/>
              <a:t>엘리트</a:t>
            </a:r>
            <a:endParaRPr lang="en-US" altLang="ko-KR" smtClean="0"/>
          </a:p>
          <a:p>
            <a:pPr lvl="1"/>
            <a:r>
              <a:rPr lang="ko-KR" altLang="en-US" smtClean="0"/>
              <a:t>리더</a:t>
            </a:r>
            <a:r>
              <a:rPr lang="en-US" altLang="ko-KR" smtClean="0"/>
              <a:t>(with </a:t>
            </a:r>
            <a:r>
              <a:rPr lang="ko-KR" altLang="en-US" smtClean="0"/>
              <a:t>부하들</a:t>
            </a:r>
            <a:r>
              <a:rPr lang="en-US" altLang="ko-KR" smtClean="0"/>
              <a:t>) =&gt; </a:t>
            </a:r>
            <a:r>
              <a:rPr lang="ko-KR" altLang="en-US" smtClean="0"/>
              <a:t>애드</a:t>
            </a:r>
            <a:r>
              <a:rPr lang="en-US" altLang="ko-KR" smtClean="0"/>
              <a:t>(</a:t>
            </a:r>
            <a:r>
              <a:rPr lang="ko-KR" altLang="en-US" smtClean="0"/>
              <a:t>몬스터들이 여러 마리가 달라붙는 게 일반적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/>
              <a:t>필드 보스</a:t>
            </a:r>
            <a:endParaRPr lang="en-US" altLang="ko-KR" smtClean="0"/>
          </a:p>
          <a:p>
            <a:pPr lvl="1"/>
            <a:r>
              <a:rPr lang="ko-KR" altLang="en-US" smtClean="0"/>
              <a:t>던전 보스 </a:t>
            </a:r>
            <a:r>
              <a:rPr lang="en-US" altLang="ko-KR" smtClean="0"/>
              <a:t>&lt;&lt;&lt; </a:t>
            </a:r>
            <a:r>
              <a:rPr lang="ko-KR" altLang="en-US" smtClean="0"/>
              <a:t>레이드 보스</a:t>
            </a:r>
            <a:r>
              <a:rPr lang="en-US" altLang="ko-KR" smtClean="0"/>
              <a:t>(</a:t>
            </a:r>
            <a:r>
              <a:rPr lang="ko-KR" altLang="en-US" smtClean="0"/>
              <a:t>레이드 보스가 몬스터들 중 가장 강하다</a:t>
            </a:r>
            <a:r>
              <a:rPr lang="en-US" altLang="ko-KR" smtClean="0"/>
              <a:t>.)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09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좀 더 세부적으로 몬스터 타입 구분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일반</a:t>
            </a:r>
            <a:r>
              <a:rPr lang="en-US" altLang="ko-KR" smtClean="0"/>
              <a:t>/</a:t>
            </a:r>
            <a:r>
              <a:rPr lang="ko-KR" altLang="en-US" smtClean="0"/>
              <a:t>엘리트</a:t>
            </a:r>
            <a:r>
              <a:rPr lang="en-US" altLang="ko-KR" smtClean="0"/>
              <a:t>/</a:t>
            </a:r>
            <a:r>
              <a:rPr lang="ko-KR" altLang="en-US" smtClean="0"/>
              <a:t>리더 안에서도 근거리</a:t>
            </a:r>
            <a:r>
              <a:rPr lang="en-US" altLang="ko-KR" smtClean="0"/>
              <a:t>/</a:t>
            </a:r>
            <a:r>
              <a:rPr lang="ko-KR" altLang="en-US" smtClean="0"/>
              <a:t>중거리</a:t>
            </a:r>
            <a:r>
              <a:rPr lang="en-US" altLang="ko-KR" smtClean="0"/>
              <a:t>/</a:t>
            </a:r>
            <a:r>
              <a:rPr lang="ko-KR" altLang="en-US" smtClean="0"/>
              <a:t>원거리 </a:t>
            </a:r>
            <a:r>
              <a:rPr lang="en-US" altLang="ko-KR" smtClean="0"/>
              <a:t>or </a:t>
            </a:r>
            <a:r>
              <a:rPr lang="ko-KR" altLang="en-US" smtClean="0"/>
              <a:t>힐러</a:t>
            </a:r>
            <a:r>
              <a:rPr lang="en-US" altLang="ko-KR" smtClean="0"/>
              <a:t>/</a:t>
            </a:r>
            <a:r>
              <a:rPr lang="ko-KR" altLang="en-US" smtClean="0"/>
              <a:t>딜러</a:t>
            </a:r>
            <a:r>
              <a:rPr lang="en-US" altLang="ko-KR" smtClean="0"/>
              <a:t>/</a:t>
            </a:r>
            <a:r>
              <a:rPr lang="ko-KR" altLang="en-US" smtClean="0"/>
              <a:t>탱커로 나뉘기도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일반 몬스터가 힐</a:t>
            </a:r>
            <a:r>
              <a:rPr lang="en-US" altLang="ko-KR" smtClean="0"/>
              <a:t>/</a:t>
            </a:r>
            <a:r>
              <a:rPr lang="ko-KR" altLang="en-US" smtClean="0"/>
              <a:t>딜</a:t>
            </a:r>
            <a:r>
              <a:rPr lang="en-US" altLang="ko-KR" smtClean="0"/>
              <a:t>/</a:t>
            </a:r>
            <a:r>
              <a:rPr lang="ko-KR" altLang="en-US" smtClean="0"/>
              <a:t>탱으로 모여있으면 그냥 일반 몬스터와의 전투보다 어려워진다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30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 타입에 따라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AI </a:t>
            </a:r>
            <a:r>
              <a:rPr lang="ko-KR" altLang="en-US" smtClean="0"/>
              <a:t>행동 패턴에 대한 수준</a:t>
            </a:r>
            <a:endParaRPr lang="en-US" altLang="ko-KR" smtClean="0"/>
          </a:p>
          <a:p>
            <a:r>
              <a:rPr lang="ko-KR" altLang="en-US" smtClean="0"/>
              <a:t>스킬의 개수</a:t>
            </a:r>
            <a:endParaRPr lang="en-US" altLang="ko-KR" smtClean="0"/>
          </a:p>
          <a:p>
            <a:r>
              <a:rPr lang="ko-KR" altLang="en-US" smtClean="0"/>
              <a:t>필요한 애니메이션의 개수</a:t>
            </a:r>
            <a:endParaRPr lang="en-US" altLang="ko-KR" smtClean="0"/>
          </a:p>
          <a:p>
            <a:r>
              <a:rPr lang="ko-KR" altLang="en-US" smtClean="0"/>
              <a:t>몬스터의 능력치 수준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 달라진다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83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몬스터의 레벨 안에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선공</a:t>
            </a:r>
            <a:r>
              <a:rPr lang="en-US" altLang="ko-KR" smtClean="0"/>
              <a:t>/</a:t>
            </a:r>
            <a:r>
              <a:rPr lang="ko-KR" altLang="en-US" smtClean="0"/>
              <a:t>비선공이냐의 구분이 필요하다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모든 레벨</a:t>
            </a:r>
            <a:r>
              <a:rPr lang="en-US" altLang="ko-KR" smtClean="0"/>
              <a:t>/</a:t>
            </a:r>
            <a:r>
              <a:rPr lang="ko-KR" altLang="en-US" smtClean="0"/>
              <a:t>콘텐츠마다 적어주면 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몬스터의 생명력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시간</a:t>
            </a:r>
            <a:r>
              <a:rPr lang="en-US" altLang="ko-KR" smtClean="0"/>
              <a:t>’</a:t>
            </a:r>
            <a:r>
              <a:rPr lang="ko-KR" altLang="en-US" smtClean="0"/>
              <a:t>을 조절하는 게 가장 크게 영향을 미치는 요소</a:t>
            </a:r>
            <a:endParaRPr lang="en-US" altLang="ko-KR" smtClean="0"/>
          </a:p>
          <a:p>
            <a:r>
              <a:rPr lang="en-US" altLang="ko-KR" smtClean="0"/>
              <a:t>HP </a:t>
            </a:r>
            <a:r>
              <a:rPr lang="ko-KR" altLang="en-US" smtClean="0"/>
              <a:t>등등</a:t>
            </a:r>
            <a:endParaRPr lang="en-US" altLang="ko-KR" smtClean="0"/>
          </a:p>
          <a:p>
            <a:r>
              <a:rPr lang="ko-KR" altLang="en-US" smtClean="0"/>
              <a:t>최소값과 최대값을 잘 정하자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64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공격력으로 하나만 하자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공격력 최소값과 공격력 최대값으로 나누지 말고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178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공격력의 합산에 도움되는 </a:t>
            </a:r>
            <a:r>
              <a:rPr lang="en-US" altLang="ko-KR" smtClean="0"/>
              <a:t>STATUS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필요한 요소들만큼 칸을 나눠서 적어준다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2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방어력과 방어력 합산에 도움되는 </a:t>
            </a:r>
            <a:r>
              <a:rPr lang="en-US" altLang="ko-KR" smtClean="0"/>
              <a:t>STATUS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공격력과 마찬가지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302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스킬 이름</a:t>
            </a:r>
            <a:endParaRPr lang="en-US" altLang="ko-KR" smtClean="0"/>
          </a:p>
          <a:p>
            <a:r>
              <a:rPr lang="ko-KR" altLang="en-US" smtClean="0"/>
              <a:t>스킬 발동률</a:t>
            </a:r>
            <a:endParaRPr lang="en-US" altLang="ko-KR" smtClean="0"/>
          </a:p>
          <a:p>
            <a:pPr lvl="1"/>
            <a:r>
              <a:rPr lang="ko-KR" altLang="en-US" smtClean="0"/>
              <a:t>스킬 발동률의 총합은 </a:t>
            </a:r>
            <a:r>
              <a:rPr lang="en-US" altLang="ko-KR" smtClean="0"/>
              <a:t>100%</a:t>
            </a:r>
            <a:r>
              <a:rPr lang="ko-KR" altLang="en-US" smtClean="0"/>
              <a:t>가 돼야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몬스터가 가진 스킬 보유 개수에 따라 이 정보도 추가해서 적어준다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989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벤치마킹</a:t>
            </a:r>
            <a:r>
              <a:rPr lang="en-US" altLang="ko-KR" smtClean="0"/>
              <a:t>!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내가 만들고 싶은 게임과 유사한 게임을 찾아서</a:t>
            </a:r>
            <a:endParaRPr lang="en-US" altLang="ko-KR" smtClean="0"/>
          </a:p>
          <a:p>
            <a:r>
              <a:rPr lang="ko-KR" altLang="en-US" smtClean="0"/>
              <a:t>벤치마킹하면서 만들어야 한다</a:t>
            </a:r>
            <a:r>
              <a:rPr lang="en-US" altLang="ko-KR" smtClean="0"/>
              <a:t>!</a:t>
            </a:r>
          </a:p>
          <a:p>
            <a:endParaRPr lang="ko-KR" altLang="en-US"/>
          </a:p>
        </p:txBody>
      </p:sp>
      <p:sp>
        <p:nvSpPr>
          <p:cNvPr id="4" name="포인트가 5개인 별 3"/>
          <p:cNvSpPr/>
          <p:nvPr/>
        </p:nvSpPr>
        <p:spPr>
          <a:xfrm>
            <a:off x="8686800" y="222125"/>
            <a:ext cx="3072063" cy="3072063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47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267</Words>
  <Application>Microsoft Office PowerPoint</Application>
  <PresentationFormat>와이드스크린</PresentationFormat>
  <Paragraphs>57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[실습] 아이템 문서 작업하기</vt:lpstr>
      <vt:lpstr>밸런스 작업</vt:lpstr>
      <vt:lpstr>PowerPoint 프레젠테이션</vt:lpstr>
      <vt:lpstr>몬스터 관련 시트</vt:lpstr>
      <vt:lpstr>몬스터의 타입</vt:lpstr>
      <vt:lpstr>좀 더 세부적으로 몬스터 타입 구분</vt:lpstr>
      <vt:lpstr>몬스터 타입에 따라</vt:lpstr>
      <vt:lpstr>몬스터의 레벨 안에</vt:lpstr>
      <vt:lpstr>몬스터의 생명력</vt:lpstr>
      <vt:lpstr>공격력으로 하나만 하자.</vt:lpstr>
      <vt:lpstr>공격력의 합산에 도움되는 STATUS</vt:lpstr>
      <vt:lpstr>방어력과 방어력 합산에 도움되는 STATUS</vt:lpstr>
      <vt:lpstr>스킬</vt:lpstr>
      <vt:lpstr>벤치마킹!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6</cp:revision>
  <dcterms:created xsi:type="dcterms:W3CDTF">2026-07-31T05:00:26Z</dcterms:created>
  <dcterms:modified xsi:type="dcterms:W3CDTF">2026-07-31T06:50:28Z</dcterms:modified>
</cp:coreProperties>
</file>