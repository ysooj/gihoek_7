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2" r:id="rId6"/>
    <p:sldId id="263" r:id="rId7"/>
    <p:sldId id="264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85" d="100"/>
          <a:sy n="85" d="100"/>
        </p:scale>
        <p:origin x="120" y="53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02DBF-5012-4FE4-B011-C917D1554AB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6799A-59B4-4356-9F98-5119F4DE2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27713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02DBF-5012-4FE4-B011-C917D1554AB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6799A-59B4-4356-9F98-5119F4DE2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43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02DBF-5012-4FE4-B011-C917D1554AB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6799A-59B4-4356-9F98-5119F4DE2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8468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02DBF-5012-4FE4-B011-C917D1554AB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6799A-59B4-4356-9F98-5119F4DE2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955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02DBF-5012-4FE4-B011-C917D1554AB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6799A-59B4-4356-9F98-5119F4DE2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2080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02DBF-5012-4FE4-B011-C917D1554AB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6799A-59B4-4356-9F98-5119F4DE2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9067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02DBF-5012-4FE4-B011-C917D1554AB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6799A-59B4-4356-9F98-5119F4DE2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6442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02DBF-5012-4FE4-B011-C917D1554AB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6799A-59B4-4356-9F98-5119F4DE2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381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02DBF-5012-4FE4-B011-C917D1554AB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6799A-59B4-4356-9F98-5119F4DE2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0569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02DBF-5012-4FE4-B011-C917D1554AB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6799A-59B4-4356-9F98-5119F4DE2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44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02DBF-5012-4FE4-B011-C917D1554AB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6799A-59B4-4356-9F98-5119F4DE2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9367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602DBF-5012-4FE4-B011-C917D1554ABD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86799A-59B4-4356-9F98-5119F4DE23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1301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밸런스 포트폴리오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2</a:t>
            </a:r>
            <a:r>
              <a:rPr lang="ko-KR" altLang="en-US" smtClean="0"/>
              <a:t>가지 포폴로 쓰일 수 있다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밸런스 기획</a:t>
            </a:r>
            <a:endParaRPr lang="en-US" altLang="ko-KR" smtClean="0"/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데이터 테이블링 </a:t>
            </a:r>
            <a:r>
              <a:rPr lang="en-US" altLang="ko-KR" smtClean="0"/>
              <a:t>– </a:t>
            </a:r>
            <a:r>
              <a:rPr lang="ko-KR" altLang="en-US" smtClean="0"/>
              <a:t>데이터 구조에 대해 이해하고</a:t>
            </a:r>
            <a:r>
              <a:rPr lang="en-US" altLang="ko-KR" smtClean="0"/>
              <a:t>, </a:t>
            </a:r>
            <a:r>
              <a:rPr lang="ko-KR" altLang="en-US" smtClean="0"/>
              <a:t>그 데이터 구조에 맞게 데이터를 입력</a:t>
            </a:r>
            <a:r>
              <a:rPr lang="en-US" altLang="ko-KR" smtClean="0"/>
              <a:t>/</a:t>
            </a:r>
            <a:r>
              <a:rPr lang="ko-KR" altLang="en-US" smtClean="0"/>
              <a:t>정리하는 능력을 보여줄 수 있다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0538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슈퍼마리오 브라더스</a:t>
            </a:r>
            <a:r>
              <a:rPr lang="en-US" altLang="ko-KR" smtClean="0"/>
              <a:t>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난이도가 서서히 올라가는 것의 장점</a:t>
            </a:r>
            <a:endParaRPr lang="en-US" altLang="ko-KR" smtClean="0"/>
          </a:p>
          <a:p>
            <a:r>
              <a:rPr lang="ko-KR" altLang="en-US" smtClean="0"/>
              <a:t>어느 순간부터는 적절한 시련과 고난을 만나게 돼있다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시련과 고난을 만나면</a:t>
            </a:r>
            <a:r>
              <a:rPr lang="en-US" altLang="ko-KR" smtClean="0"/>
              <a:t>, </a:t>
            </a:r>
            <a:r>
              <a:rPr lang="ko-KR" altLang="en-US" smtClean="0"/>
              <a:t>그 때 </a:t>
            </a:r>
            <a:r>
              <a:rPr lang="en-US" altLang="ko-KR" smtClean="0"/>
              <a:t>‘</a:t>
            </a:r>
            <a:r>
              <a:rPr lang="ko-KR" altLang="en-US" smtClean="0"/>
              <a:t>학습</a:t>
            </a:r>
            <a:r>
              <a:rPr lang="en-US" altLang="ko-KR" smtClean="0"/>
              <a:t>‘</a:t>
            </a:r>
            <a:r>
              <a:rPr lang="ko-KR" altLang="en-US" smtClean="0"/>
              <a:t>이 일어난다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7568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660" y="230946"/>
            <a:ext cx="9292680" cy="639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36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아이디어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r>
              <a:rPr lang="ko-KR" altLang="en-US" smtClean="0"/>
              <a:t>무슨 행동이든 하고 싶을 때 특정 키를 눌러라</a:t>
            </a:r>
            <a:endParaRPr lang="en-US" altLang="ko-KR" smtClean="0"/>
          </a:p>
          <a:p>
            <a:r>
              <a:rPr lang="ko-KR" altLang="en-US" smtClean="0"/>
              <a:t>추가로 할 수 있는 행동이 있다면 그 행동을 할 것이고</a:t>
            </a:r>
            <a:r>
              <a:rPr lang="en-US" altLang="ko-KR" smtClean="0"/>
              <a:t>,</a:t>
            </a:r>
          </a:p>
          <a:p>
            <a:r>
              <a:rPr lang="ko-KR" altLang="en-US" smtClean="0"/>
              <a:t>따로 없다면 </a:t>
            </a:r>
            <a:r>
              <a:rPr lang="en-US" altLang="ko-KR" smtClean="0"/>
              <a:t>‘</a:t>
            </a:r>
            <a:r>
              <a:rPr lang="ko-KR" altLang="en-US" smtClean="0"/>
              <a:t>춤추기</a:t>
            </a:r>
            <a:r>
              <a:rPr lang="en-US" altLang="ko-KR" smtClean="0"/>
              <a:t>‘ </a:t>
            </a:r>
            <a:r>
              <a:rPr lang="ko-KR" altLang="en-US" smtClean="0"/>
              <a:t>행동이 실행된다</a:t>
            </a:r>
            <a:r>
              <a:rPr lang="en-US" altLang="ko-KR" smtClean="0"/>
              <a:t>.</a:t>
            </a:r>
            <a:endParaRPr lang="en-US" altLang="ko-KR"/>
          </a:p>
          <a:p>
            <a:endParaRPr lang="en-US" altLang="ko-KR" smtClean="0"/>
          </a:p>
          <a:p>
            <a:r>
              <a:rPr lang="ko-KR" altLang="en-US" smtClean="0"/>
              <a:t>예를 들면</a:t>
            </a:r>
            <a:r>
              <a:rPr lang="en-US" altLang="ko-KR" smtClean="0"/>
              <a:t>, </a:t>
            </a:r>
            <a:r>
              <a:rPr lang="ko-KR" altLang="en-US" smtClean="0"/>
              <a:t>가족들을 대피시키던 중</a:t>
            </a:r>
            <a:r>
              <a:rPr lang="en-US" altLang="ko-KR" smtClean="0"/>
              <a:t>, </a:t>
            </a:r>
            <a:r>
              <a:rPr lang="ko-KR" altLang="en-US" smtClean="0"/>
              <a:t>동생이 두려움에 주저앉아서 움직이지 않고 있을 때 특정 키를 누르면</a:t>
            </a:r>
            <a:r>
              <a:rPr lang="en-US" altLang="ko-KR" smtClean="0"/>
              <a:t>, </a:t>
            </a:r>
            <a:r>
              <a:rPr lang="ko-KR" altLang="en-US" smtClean="0"/>
              <a:t>동생의 팔을 어깨어 걸쳐서 부축해서 이동한다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특정 키를 누르지 않으면</a:t>
            </a:r>
            <a:r>
              <a:rPr lang="en-US" altLang="ko-KR" smtClean="0"/>
              <a:t>, </a:t>
            </a:r>
            <a:r>
              <a:rPr lang="ko-KR" altLang="en-US" smtClean="0"/>
              <a:t>일정 시간 후</a:t>
            </a:r>
            <a:r>
              <a:rPr lang="en-US" altLang="ko-KR" smtClean="0"/>
              <a:t>(10</a:t>
            </a:r>
            <a:r>
              <a:rPr lang="ko-KR" altLang="en-US" smtClean="0"/>
              <a:t>초 정도</a:t>
            </a:r>
            <a:r>
              <a:rPr lang="en-US" altLang="ko-KR" smtClean="0"/>
              <a:t>. </a:t>
            </a:r>
            <a:r>
              <a:rPr lang="ko-KR" altLang="en-US" smtClean="0"/>
              <a:t>체감 상 짧지 않지만 너무 길지 않은 시간</a:t>
            </a:r>
            <a:r>
              <a:rPr lang="en-US" altLang="ko-KR" smtClean="0"/>
              <a:t>) </a:t>
            </a:r>
            <a:r>
              <a:rPr lang="ko-KR" altLang="en-US" smtClean="0"/>
              <a:t>동생이 일어난다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그 동안은 텍스트 대화가 출력된다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대피소로 가자</a:t>
            </a:r>
            <a:r>
              <a:rPr lang="en-US" altLang="ko-KR" smtClean="0"/>
              <a:t>. </a:t>
            </a:r>
            <a:r>
              <a:rPr lang="ko-KR" altLang="en-US" smtClean="0"/>
              <a:t>거기는 안전할 거야</a:t>
            </a:r>
            <a:r>
              <a:rPr lang="en-US" altLang="ko-KR" smtClean="0"/>
              <a:t>. </a:t>
            </a:r>
            <a:r>
              <a:rPr lang="ko-KR" altLang="en-US" smtClean="0"/>
              <a:t>괜찮아</a:t>
            </a:r>
            <a:r>
              <a:rPr lang="en-US" altLang="ko-KR" smtClean="0"/>
              <a:t>. </a:t>
            </a:r>
            <a:r>
              <a:rPr lang="ko-KR" altLang="en-US" smtClean="0"/>
              <a:t>내가 지켜줄게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와 같은 위로와 격려</a:t>
            </a:r>
            <a:r>
              <a:rPr lang="en-US" altLang="ko-KR" smtClean="0"/>
              <a:t>, </a:t>
            </a:r>
            <a:r>
              <a:rPr lang="ko-KR" altLang="en-US" smtClean="0"/>
              <a:t>안심시키는 말의 대사들</a:t>
            </a:r>
            <a:r>
              <a:rPr lang="en-US" altLang="ko-KR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810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712841"/>
            <a:ext cx="11506200" cy="543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895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1" y="493162"/>
            <a:ext cx="6248398" cy="5871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271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02" y="876301"/>
            <a:ext cx="10901796" cy="5105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3641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전투가 있는 밸런스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‘</a:t>
            </a:r>
            <a:r>
              <a:rPr lang="ko-KR" altLang="en-US" b="1" smtClean="0"/>
              <a:t>조작 기여도</a:t>
            </a:r>
            <a:r>
              <a:rPr lang="en-US" altLang="ko-KR" smtClean="0"/>
              <a:t>‘, ‘</a:t>
            </a:r>
            <a:r>
              <a:rPr lang="ko-KR" altLang="en-US" b="1" smtClean="0"/>
              <a:t>컨텐츠 소모 흐름에 따른 재미율</a:t>
            </a:r>
            <a:r>
              <a:rPr lang="en-US" altLang="ko-KR" smtClean="0"/>
              <a:t>’</a:t>
            </a:r>
            <a:r>
              <a:rPr lang="ko-KR" altLang="en-US" smtClean="0"/>
              <a:t>은 정성적인 값들이다</a:t>
            </a:r>
            <a:r>
              <a:rPr lang="en-US" altLang="ko-KR" smtClean="0"/>
              <a:t>.</a:t>
            </a:r>
          </a:p>
          <a:p>
            <a:r>
              <a:rPr lang="en-US" altLang="ko-KR" smtClean="0"/>
              <a:t>‘</a:t>
            </a:r>
            <a:r>
              <a:rPr lang="ko-KR" altLang="en-US" b="1" smtClean="0"/>
              <a:t>누적 플레이 시간 </a:t>
            </a:r>
            <a:r>
              <a:rPr lang="en-US" altLang="ko-KR" smtClean="0"/>
              <a:t>: </a:t>
            </a:r>
            <a:r>
              <a:rPr lang="ko-KR" altLang="en-US" smtClean="0"/>
              <a:t>대략적으로 플레이하는 데 걸리는 시간</a:t>
            </a:r>
            <a:endParaRPr lang="en-US" altLang="ko-KR" smtClean="0"/>
          </a:p>
          <a:p>
            <a:r>
              <a:rPr lang="en-US" altLang="ko-KR" smtClean="0"/>
              <a:t>‘</a:t>
            </a:r>
            <a:r>
              <a:rPr lang="en-US" altLang="ko-KR" b="1" smtClean="0"/>
              <a:t>STAGE</a:t>
            </a:r>
            <a:r>
              <a:rPr lang="en-US" altLang="ko-KR" smtClean="0"/>
              <a:t>’ : </a:t>
            </a:r>
            <a:r>
              <a:rPr lang="ko-KR" altLang="en-US" smtClean="0"/>
              <a:t>하나의 맵에 여러 구역이 나눠져있다면</a:t>
            </a:r>
            <a:r>
              <a:rPr lang="en-US" altLang="ko-KR" smtClean="0"/>
              <a:t>, </a:t>
            </a:r>
            <a:r>
              <a:rPr lang="ko-KR" altLang="en-US" smtClean="0"/>
              <a:t>필드든 스테이지든 구분해서 작성하면 된다</a:t>
            </a:r>
            <a:r>
              <a:rPr lang="en-US" altLang="ko-KR" smtClean="0"/>
              <a:t>.</a:t>
            </a:r>
          </a:p>
          <a:p>
            <a:r>
              <a:rPr lang="ko-KR" altLang="en-US" b="1" smtClean="0"/>
              <a:t>미션 해결 개수</a:t>
            </a:r>
            <a:r>
              <a:rPr lang="ko-KR" altLang="en-US" smtClean="0"/>
              <a:t> </a:t>
            </a:r>
            <a:r>
              <a:rPr lang="en-US" altLang="ko-KR" smtClean="0"/>
              <a:t>: </a:t>
            </a:r>
            <a:r>
              <a:rPr lang="ko-KR" altLang="en-US" smtClean="0"/>
              <a:t>해결해야 하는 미션의 개수를 적으면 된다</a:t>
            </a:r>
            <a:r>
              <a:rPr lang="en-US" altLang="ko-KR" smtClean="0"/>
              <a:t>.</a:t>
            </a:r>
          </a:p>
          <a:p>
            <a:r>
              <a:rPr lang="ko-KR" altLang="en-US" b="1" smtClean="0"/>
              <a:t>미션포인트 </a:t>
            </a:r>
            <a:r>
              <a:rPr lang="en-US" altLang="ko-KR" smtClean="0"/>
              <a:t>: </a:t>
            </a:r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의자를 몇 개 놓으면 꾸밈 포인트가 올라가고</a:t>
            </a:r>
            <a:r>
              <a:rPr lang="en-US" altLang="ko-KR" smtClean="0"/>
              <a:t>, </a:t>
            </a:r>
            <a:r>
              <a:rPr lang="ko-KR" altLang="en-US" smtClean="0"/>
              <a:t>꾸밈 포인트가 특정 수치에 도달하면 건물을 렙업시킬 수 있다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3864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233</Words>
  <Application>Microsoft Office PowerPoint</Application>
  <PresentationFormat>와이드스크린</PresentationFormat>
  <Paragraphs>24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밸런스 포트폴리오</vt:lpstr>
      <vt:lpstr>[슈퍼마리오 브라더스]</vt:lpstr>
      <vt:lpstr>PowerPoint 프레젠테이션</vt:lpstr>
      <vt:lpstr>아이디어</vt:lpstr>
      <vt:lpstr>PowerPoint 프레젠테이션</vt:lpstr>
      <vt:lpstr>PowerPoint 프레젠테이션</vt:lpstr>
      <vt:lpstr>PowerPoint 프레젠테이션</vt:lpstr>
      <vt:lpstr>전투가 있는 밸런스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7</cp:revision>
  <dcterms:created xsi:type="dcterms:W3CDTF">2026-07-21T04:52:54Z</dcterms:created>
  <dcterms:modified xsi:type="dcterms:W3CDTF">2026-07-23T05:16:55Z</dcterms:modified>
</cp:coreProperties>
</file>