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96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24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7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86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20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84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56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31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79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3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9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758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70877-C36B-4673-81DC-9532C7F669C0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15B28-A9F8-422B-948E-265B0FFCC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88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시뮬레이터 시트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PC</a:t>
            </a:r>
            <a:r>
              <a:rPr lang="ko-KR" altLang="en-US" smtClean="0"/>
              <a:t>는 장착 슬롯이 있는 인벤토리처럼 표현하면 </a:t>
            </a:r>
            <a:r>
              <a:rPr lang="en-US" altLang="ko-KR" smtClean="0"/>
              <a:t>BEST</a:t>
            </a:r>
          </a:p>
          <a:p>
            <a:endParaRPr lang="en-US" altLang="ko-KR"/>
          </a:p>
          <a:p>
            <a:r>
              <a:rPr lang="ko-KR" altLang="en-US" smtClean="0"/>
              <a:t>디자인적으로 잘 꾸며보자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우리 게임에서 공식이 중요하다면</a:t>
            </a:r>
            <a:r>
              <a:rPr lang="en-US" altLang="ko-KR" smtClean="0"/>
              <a:t>, </a:t>
            </a:r>
            <a:r>
              <a:rPr lang="ko-KR" altLang="en-US" smtClean="0"/>
              <a:t>데미지 산정</a:t>
            </a:r>
            <a:r>
              <a:rPr lang="en-US" altLang="ko-KR" smtClean="0"/>
              <a:t>, </a:t>
            </a:r>
            <a:r>
              <a:rPr lang="ko-KR" altLang="en-US" smtClean="0"/>
              <a:t>이벤트 규칙의 산정의 근원을 시뮬레이터 시트 하단에 적어주면 좋을 거다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25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데미지 공식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공식에 대한 설명을 기가막히게 적어보자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쉬운 게 아니니까</a:t>
            </a:r>
            <a:r>
              <a:rPr lang="en-US" altLang="ko-KR" smtClean="0"/>
              <a:t>, </a:t>
            </a:r>
            <a:r>
              <a:rPr lang="ko-KR" altLang="en-US" smtClean="0"/>
              <a:t>이를 추가하면 </a:t>
            </a:r>
            <a:r>
              <a:rPr lang="en-US" altLang="ko-KR" smtClean="0"/>
              <a:t>+++++</a:t>
            </a:r>
            <a:r>
              <a:rPr lang="ko-KR" altLang="en-US" smtClean="0"/>
              <a:t>가 될겨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공식의 요소들에 대한 설명</a:t>
            </a:r>
            <a:r>
              <a:rPr lang="en-US" altLang="ko-KR" smtClean="0"/>
              <a:t>, </a:t>
            </a:r>
            <a:r>
              <a:rPr lang="ko-KR" altLang="en-US" smtClean="0"/>
              <a:t>그 요소들을 어떻게 활용했는가에 대한 설명을 고민해서 적어보자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52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</Words>
  <Application>Microsoft Office PowerPoint</Application>
  <PresentationFormat>와이드스크린</PresentationFormat>
  <Paragraphs>11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시뮬레이터 시트</vt:lpstr>
      <vt:lpstr>데미지 공식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2026-08-07T05:45:44Z</dcterms:created>
  <dcterms:modified xsi:type="dcterms:W3CDTF">2026-08-07T06:56:19Z</dcterms:modified>
</cp:coreProperties>
</file>