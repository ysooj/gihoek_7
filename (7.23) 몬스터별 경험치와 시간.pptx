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33" d="100"/>
          <a:sy n="33" d="100"/>
        </p:scale>
        <p:origin x="636" y="22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7649-5D59-4A29-B594-677DA0BC81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CF857-F020-44B0-A1CD-48F863A69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038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7649-5D59-4A29-B594-677DA0BC81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CF857-F020-44B0-A1CD-48F863A69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273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7649-5D59-4A29-B594-677DA0BC81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CF857-F020-44B0-A1CD-48F863A69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113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7649-5D59-4A29-B594-677DA0BC81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CF857-F020-44B0-A1CD-48F863A69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92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7649-5D59-4A29-B594-677DA0BC81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CF857-F020-44B0-A1CD-48F863A69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590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7649-5D59-4A29-B594-677DA0BC81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CF857-F020-44B0-A1CD-48F863A69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706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7649-5D59-4A29-B594-677DA0BC81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CF857-F020-44B0-A1CD-48F863A69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51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7649-5D59-4A29-B594-677DA0BC81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CF857-F020-44B0-A1CD-48F863A69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51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7649-5D59-4A29-B594-677DA0BC81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CF857-F020-44B0-A1CD-48F863A69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658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7649-5D59-4A29-B594-677DA0BC81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CF857-F020-44B0-A1CD-48F863A69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614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7649-5D59-4A29-B594-677DA0BC81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CF857-F020-44B0-A1CD-48F863A69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67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57649-5D59-4A29-B594-677DA0BC81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CF857-F020-44B0-A1CD-48F863A69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392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우리가 다듬은 부분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콘텐츠의 소모 속도</a:t>
            </a:r>
            <a:r>
              <a:rPr lang="en-US" altLang="ko-KR" smtClean="0"/>
              <a:t>, </a:t>
            </a:r>
            <a:r>
              <a:rPr lang="ko-KR" altLang="en-US" smtClean="0"/>
              <a:t>즉 콘텐츠의 소모율을 다루고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443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" y="557301"/>
            <a:ext cx="11661058" cy="574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035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03" y="1120877"/>
            <a:ext cx="11084794" cy="461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756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이렇게가 세트다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숨겨진 내용은 나중에 추가하자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448232"/>
            <a:ext cx="10561253" cy="440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704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한마리 몬스터와 전투시간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시간전투 스타일에 대해 고민해야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258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8" y="996701"/>
            <a:ext cx="11602064" cy="486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255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316" y="171826"/>
            <a:ext cx="8829368" cy="651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951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몬스터별 경험치 및 시간 산정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전투 스타일을 잘 생각해보자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 부분을 통해서 전투 스타일이 결정난다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핵앤슬래시</a:t>
            </a:r>
            <a:r>
              <a:rPr lang="en-US" altLang="ko-KR" smtClean="0"/>
              <a:t>(0.1</a:t>
            </a:r>
            <a:r>
              <a:rPr lang="ko-KR" altLang="en-US" smtClean="0"/>
              <a:t>초만에 수십마리의 몬스터가 처치됨</a:t>
            </a:r>
            <a:r>
              <a:rPr lang="en-US" altLang="ko-KR" smtClean="0"/>
              <a:t>), </a:t>
            </a:r>
            <a:r>
              <a:rPr lang="ko-KR" altLang="en-US" smtClean="0"/>
              <a:t>보스러시</a:t>
            </a:r>
            <a:r>
              <a:rPr lang="en-US" altLang="ko-KR" smtClean="0"/>
              <a:t>, [</a:t>
            </a:r>
            <a:r>
              <a:rPr lang="ko-KR" altLang="en-US" smtClean="0"/>
              <a:t>몬스터헌터</a:t>
            </a:r>
            <a:r>
              <a:rPr lang="en-US" altLang="ko-KR" smtClean="0"/>
              <a:t>](</a:t>
            </a:r>
            <a:r>
              <a:rPr lang="ko-KR" altLang="en-US" smtClean="0"/>
              <a:t>보스 몬스터를 기준으로 최소 </a:t>
            </a:r>
            <a:r>
              <a:rPr lang="en-US" altLang="ko-KR" smtClean="0"/>
              <a:t>1</a:t>
            </a:r>
            <a:r>
              <a:rPr lang="ko-KR" altLang="en-US" smtClean="0"/>
              <a:t>분</a:t>
            </a:r>
            <a:r>
              <a:rPr lang="en-US" altLang="ko-KR" smtClean="0"/>
              <a:t>~50</a:t>
            </a:r>
            <a:r>
              <a:rPr lang="ko-KR" altLang="en-US" smtClean="0"/>
              <a:t>분 정도 동안 </a:t>
            </a:r>
            <a:r>
              <a:rPr lang="en-US" altLang="ko-KR" smtClean="0"/>
              <a:t>1</a:t>
            </a:r>
            <a:r>
              <a:rPr lang="ko-KR" altLang="en-US" smtClean="0"/>
              <a:t>마리를 처치함</a:t>
            </a:r>
            <a:r>
              <a:rPr lang="en-US" altLang="ko-KR" smtClean="0"/>
              <a:t>)</a:t>
            </a:r>
            <a:r>
              <a:rPr lang="ko-KR" altLang="en-US" smtClean="0"/>
              <a:t> 등의 게임들도 각자의 전투 스타일이 있듯이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679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80</Words>
  <Application>Microsoft Office PowerPoint</Application>
  <PresentationFormat>와이드스크린</PresentationFormat>
  <Paragraphs>10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우리가 다듬은 부분</vt:lpstr>
      <vt:lpstr>PowerPoint 프레젠테이션</vt:lpstr>
      <vt:lpstr>PowerPoint 프레젠테이션</vt:lpstr>
      <vt:lpstr>이렇게가 세트다</vt:lpstr>
      <vt:lpstr>한마리 몬스터와 전투시간</vt:lpstr>
      <vt:lpstr>PowerPoint 프레젠테이션</vt:lpstr>
      <vt:lpstr>PowerPoint 프레젠테이션</vt:lpstr>
      <vt:lpstr>몬스터별 경험치 및 시간 산정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4</cp:revision>
  <dcterms:created xsi:type="dcterms:W3CDTF">2026-07-23T04:46:31Z</dcterms:created>
  <dcterms:modified xsi:type="dcterms:W3CDTF">2026-07-23T06:52:16Z</dcterms:modified>
</cp:coreProperties>
</file>