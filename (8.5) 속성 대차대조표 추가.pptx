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162C7F-1CDB-4F2B-A68D-CD71342F5DA1}" v="1" dt="2026-08-06T01:32:48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0" d="100"/>
          <a:sy n="80" d="100"/>
        </p:scale>
        <p:origin x="462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addSld delSld modSld">
      <pc:chgData name="musukie52@gmail.com" userId="017bd91f96aa8751" providerId="LiveId" clId="{5B2C3894-F97E-4CAB-8812-5BB4D83AAC6A}" dt="2026-08-06T01:32:48.204" v="1"/>
      <pc:docMkLst>
        <pc:docMk/>
      </pc:docMkLst>
      <pc:sldChg chg="add del">
        <pc:chgData name="musukie52@gmail.com" userId="017bd91f96aa8751" providerId="LiveId" clId="{5B2C3894-F97E-4CAB-8812-5BB4D83AAC6A}" dt="2026-08-06T01:32:48.204" v="1"/>
        <pc:sldMkLst>
          <pc:docMk/>
          <pc:sldMk cId="2594762436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5277-13E7-4931-B168-8061B073B959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2130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5277-13E7-4931-B168-8061B073B959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406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5277-13E7-4931-B168-8061B073B959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390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5277-13E7-4931-B168-8061B073B959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541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5277-13E7-4931-B168-8061B073B959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71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5277-13E7-4931-B168-8061B073B959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91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5277-13E7-4931-B168-8061B073B959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89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5277-13E7-4931-B168-8061B073B959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44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5277-13E7-4931-B168-8061B073B959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85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5277-13E7-4931-B168-8061B073B959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559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5277-13E7-4931-B168-8061B073B959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968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65277-13E7-4931-B168-8061B073B959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669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좀 있다 배울 것 </a:t>
            </a:r>
            <a:r>
              <a:rPr lang="en-US" altLang="ko-KR"/>
              <a:t>: </a:t>
            </a:r>
            <a:r>
              <a:rPr lang="ko-KR" altLang="en-US"/>
              <a:t>시스템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어제까지는 </a:t>
            </a:r>
            <a:r>
              <a:rPr lang="en-US" altLang="ko-KR"/>
              <a:t>‘</a:t>
            </a:r>
            <a:r>
              <a:rPr lang="ko-KR" altLang="en-US"/>
              <a:t>스킬</a:t>
            </a:r>
            <a:r>
              <a:rPr lang="en-US" altLang="ko-KR"/>
              <a:t>‘ </a:t>
            </a:r>
            <a:r>
              <a:rPr lang="ko-KR" altLang="en-US"/>
              <a:t>을 배웠다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762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대차대조표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매개 상수 테이블</a:t>
            </a:r>
            <a:endParaRPr lang="en-US" altLang="ko-KR"/>
          </a:p>
          <a:p>
            <a:r>
              <a:rPr lang="en-US" altLang="ko-KR"/>
              <a:t>Case by case</a:t>
            </a:r>
            <a:r>
              <a:rPr lang="ko-KR" altLang="en-US"/>
              <a:t>별로 모든 값들에 대해서 값을 적는 것</a:t>
            </a:r>
            <a:r>
              <a:rPr lang="en-US" altLang="ko-KR"/>
              <a:t>.</a:t>
            </a:r>
            <a:r>
              <a:rPr lang="ko-KR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67938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5053"/>
            <a:ext cx="9448800" cy="658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481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5408"/>
            <a:ext cx="11430000" cy="532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37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상수 테이블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매우 간단하다</a:t>
            </a:r>
            <a:r>
              <a:rPr lang="en-US" altLang="ko-KR"/>
              <a:t>. </a:t>
            </a:r>
            <a:r>
              <a:rPr lang="ko-KR" altLang="en-US"/>
              <a:t>사칙연산을 활용하면 됨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병과상대성</a:t>
            </a:r>
            <a:endParaRPr lang="en-US" altLang="ko-KR"/>
          </a:p>
          <a:p>
            <a:r>
              <a:rPr lang="en-US" altLang="ko-KR"/>
              <a:t>1 : </a:t>
            </a:r>
            <a:r>
              <a:rPr lang="ko-KR" altLang="en-US"/>
              <a:t>곱해지는 값에서 영향을 주지 않는 값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근거가 명확하게 수치를 작성하면 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Case by case</a:t>
            </a:r>
            <a:r>
              <a:rPr lang="ko-KR" altLang="en-US"/>
              <a:t>의 약속이 성립되는 요소에 대해서 문서를 작성하는 것</a:t>
            </a:r>
          </a:p>
        </p:txBody>
      </p:sp>
    </p:spTree>
    <p:extLst>
      <p:ext uri="{BB962C8B-B14F-4D97-AF65-F5344CB8AC3E}">
        <p14:creationId xmlns:p14="http://schemas.microsoft.com/office/powerpoint/2010/main" val="195069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1131405"/>
            <a:ext cx="11582398" cy="459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424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63</Words>
  <Application>Microsoft Office PowerPoint</Application>
  <PresentationFormat>와이드스크린</PresentationFormat>
  <Paragraphs>14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좀 있다 배울 것 : 시스템</vt:lpstr>
      <vt:lpstr>대차대조표</vt:lpstr>
      <vt:lpstr>PowerPoint 프레젠테이션</vt:lpstr>
      <vt:lpstr>PowerPoint 프레젠테이션</vt:lpstr>
      <vt:lpstr>상수 테이블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좀 있다 배울 것 : 시스템</dc:title>
  <dc:creator>FullName</dc:creator>
  <cp:lastModifiedBy>musukie52@gmail.com</cp:lastModifiedBy>
  <cp:revision>4</cp:revision>
  <dcterms:created xsi:type="dcterms:W3CDTF">2026-08-05T05:35:00Z</dcterms:created>
  <dcterms:modified xsi:type="dcterms:W3CDTF">2026-08-06T01:32:49Z</dcterms:modified>
</cp:coreProperties>
</file>