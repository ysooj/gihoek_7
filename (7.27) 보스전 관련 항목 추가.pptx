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312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87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38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405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85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635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549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90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28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0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39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B69CA-4F1C-4DE7-B70B-C174C5BE6543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DC8C0-8AC8-4ECC-8301-A8F956E6FF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23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9460"/>
            <a:ext cx="11049000" cy="455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15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참고 문서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빌드오더점수</a:t>
            </a:r>
            <a:r>
              <a:rPr lang="en-US" altLang="ko-KR" smtClean="0"/>
              <a:t>, </a:t>
            </a:r>
            <a:r>
              <a:rPr lang="ko-KR" altLang="en-US" smtClean="0"/>
              <a:t>레벨업을 위한 필요 경험치 이 </a:t>
            </a:r>
            <a:r>
              <a:rPr lang="en-US" altLang="ko-KR" smtClean="0"/>
              <a:t>2</a:t>
            </a:r>
            <a:r>
              <a:rPr lang="ko-KR" altLang="en-US" smtClean="0"/>
              <a:t>개는 개념적으로 동일하다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74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738180"/>
            <a:ext cx="11506200" cy="538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29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소수점이 생기는 경우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반올림 함수 </a:t>
            </a:r>
            <a:r>
              <a:rPr lang="en-US" altLang="ko-KR" smtClean="0"/>
              <a:t>: round </a:t>
            </a:r>
            <a:r>
              <a:rPr lang="ko-KR" altLang="en-US" smtClean="0"/>
              <a:t>함수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=round(I15/K15, 0)</a:t>
            </a:r>
            <a:br>
              <a:rPr lang="en-US" altLang="ko-KR" smtClean="0"/>
            </a:br>
            <a:r>
              <a:rPr lang="en-US" altLang="ko-KR" smtClean="0"/>
              <a:t> =&gt; </a:t>
            </a:r>
            <a:r>
              <a:rPr lang="ko-KR" altLang="en-US" smtClean="0"/>
              <a:t>소수점이 없었으면 좋겠기때문에 </a:t>
            </a:r>
            <a:r>
              <a:rPr lang="en-US" altLang="ko-KR" smtClean="0"/>
              <a:t>(</a:t>
            </a:r>
            <a:r>
              <a:rPr lang="ko-KR" altLang="en-US" smtClean="0"/>
              <a:t>괄호</a:t>
            </a:r>
            <a:r>
              <a:rPr lang="en-US" altLang="ko-KR" smtClean="0"/>
              <a:t>) </a:t>
            </a:r>
            <a:r>
              <a:rPr lang="ko-KR" altLang="en-US" smtClean="0"/>
              <a:t>안의 숫자를 </a:t>
            </a:r>
            <a:r>
              <a:rPr lang="en-US" altLang="ko-KR" smtClean="0"/>
              <a:t>‘0’</a:t>
            </a:r>
            <a:r>
              <a:rPr lang="ko-KR" altLang="en-US" smtClean="0"/>
              <a:t>으로 한 것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633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한마리 몬스터와 전투시간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핵앤슬래시 게임의 경우 </a:t>
            </a:r>
            <a:r>
              <a:rPr lang="en-US" altLang="ko-KR" smtClean="0"/>
              <a:t>: 1</a:t>
            </a:r>
            <a:r>
              <a:rPr lang="ko-KR" altLang="en-US" smtClean="0"/>
              <a:t>초도 안 걸릴 수도 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[WOW] : </a:t>
            </a:r>
            <a:r>
              <a:rPr lang="ko-KR" altLang="en-US" smtClean="0"/>
              <a:t>캐릭터와 동일한 레벨 몬스터의 경우 </a:t>
            </a:r>
            <a:r>
              <a:rPr lang="en-US" altLang="ko-KR" smtClean="0"/>
              <a:t>1</a:t>
            </a:r>
            <a:r>
              <a:rPr lang="ko-KR" altLang="en-US" smtClean="0"/>
              <a:t>분 정도 걸린다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[</a:t>
            </a:r>
            <a:r>
              <a:rPr lang="ko-KR" altLang="en-US" smtClean="0"/>
              <a:t>리니지</a:t>
            </a:r>
            <a:r>
              <a:rPr lang="en-US" altLang="ko-KR" smtClean="0"/>
              <a:t>1] : 15~30</a:t>
            </a:r>
            <a:r>
              <a:rPr lang="ko-KR" altLang="en-US" smtClean="0"/>
              <a:t>초</a:t>
            </a:r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몬스터헌터</a:t>
            </a:r>
            <a:r>
              <a:rPr lang="en-US" altLang="ko-KR" smtClean="0"/>
              <a:t>] : 10</a:t>
            </a:r>
            <a:r>
              <a:rPr lang="ko-KR" altLang="en-US" smtClean="0"/>
              <a:t>분 이상</a:t>
            </a:r>
            <a:r>
              <a:rPr lang="en-US" altLang="ko-KR" smtClean="0"/>
              <a:t>. </a:t>
            </a:r>
            <a:r>
              <a:rPr lang="ko-KR" altLang="en-US" smtClean="0"/>
              <a:t>빠르면 </a:t>
            </a:r>
            <a:r>
              <a:rPr lang="en-US" altLang="ko-KR" smtClean="0"/>
              <a:t>2</a:t>
            </a:r>
            <a:r>
              <a:rPr lang="ko-KR" altLang="en-US" smtClean="0"/>
              <a:t>분</a:t>
            </a:r>
            <a:r>
              <a:rPr lang="en-US" altLang="ko-KR" smtClean="0"/>
              <a:t>, </a:t>
            </a:r>
            <a:r>
              <a:rPr lang="ko-KR" altLang="en-US" smtClean="0"/>
              <a:t>느리면 </a:t>
            </a:r>
            <a:r>
              <a:rPr lang="en-US" altLang="ko-KR" smtClean="0"/>
              <a:t>45</a:t>
            </a:r>
            <a:r>
              <a:rPr lang="ko-KR" altLang="en-US" smtClean="0"/>
              <a:t>분 정도 걸릴 수도 있다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국내를 기준으로</a:t>
            </a:r>
            <a:r>
              <a:rPr lang="en-US" altLang="ko-KR" smtClean="0"/>
              <a:t>]</a:t>
            </a:r>
            <a:endParaRPr lang="en-US" altLang="ko-KR"/>
          </a:p>
          <a:p>
            <a:r>
              <a:rPr lang="ko-KR" altLang="en-US" smtClean="0"/>
              <a:t>모바일 게임 보스전 </a:t>
            </a:r>
            <a:r>
              <a:rPr lang="en-US" altLang="ko-KR" smtClean="0"/>
              <a:t>:</a:t>
            </a:r>
            <a:r>
              <a:rPr lang="ko-KR" altLang="en-US" smtClean="0"/>
              <a:t> </a:t>
            </a:r>
            <a:r>
              <a:rPr lang="en-US" altLang="ko-KR" smtClean="0"/>
              <a:t>3</a:t>
            </a:r>
            <a:r>
              <a:rPr lang="ko-KR" altLang="en-US" smtClean="0"/>
              <a:t>분 내에 끝나야 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PC </a:t>
            </a:r>
            <a:r>
              <a:rPr lang="ko-KR" altLang="en-US" smtClean="0"/>
              <a:t>게임 보스전 </a:t>
            </a:r>
            <a:r>
              <a:rPr lang="en-US" altLang="ko-KR" smtClean="0"/>
              <a:t>: 5~10</a:t>
            </a:r>
            <a:r>
              <a:rPr lang="ko-KR" altLang="en-US" smtClean="0"/>
              <a:t>분</a:t>
            </a:r>
            <a:endParaRPr lang="en-US" altLang="ko-KR" smtClean="0"/>
          </a:p>
          <a:p>
            <a:r>
              <a:rPr lang="en-US" altLang="ko-KR" smtClean="0"/>
              <a:t>VR </a:t>
            </a:r>
            <a:r>
              <a:rPr lang="ko-KR" altLang="en-US" smtClean="0"/>
              <a:t>게임 </a:t>
            </a:r>
            <a:r>
              <a:rPr lang="en-US" altLang="ko-KR" smtClean="0"/>
              <a:t>: </a:t>
            </a:r>
            <a:r>
              <a:rPr lang="ko-KR" altLang="en-US" smtClean="0"/>
              <a:t>총 플레이타임조차 </a:t>
            </a:r>
            <a:r>
              <a:rPr lang="en-US" altLang="ko-KR" smtClean="0"/>
              <a:t>30</a:t>
            </a:r>
            <a:r>
              <a:rPr lang="ko-KR" altLang="en-US" smtClean="0"/>
              <a:t>분 정도 하면 어지럽다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465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레벨업을 위해 잡아야한는 몬스터 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 </a:t>
            </a:r>
            <a:r>
              <a:rPr lang="ko-KR" altLang="en-US" smtClean="0"/>
              <a:t>레벨업을 위한 필요 경험치 </a:t>
            </a:r>
            <a:r>
              <a:rPr lang="en-US" altLang="ko-KR" smtClean="0"/>
              <a:t>/ </a:t>
            </a:r>
            <a:r>
              <a:rPr lang="ko-KR" altLang="en-US" smtClean="0"/>
              <a:t>한마리 몬스터가 주는 경험치</a:t>
            </a:r>
            <a:endParaRPr lang="en-US" altLang="ko-KR" smtClean="0"/>
          </a:p>
          <a:p>
            <a:r>
              <a:rPr lang="ko-KR" altLang="en-US" smtClean="0"/>
              <a:t>레벨업을 위한 전투시간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 </a:t>
            </a:r>
            <a:r>
              <a:rPr lang="ko-KR" altLang="en-US" smtClean="0"/>
              <a:t>한마리 몬스터와 전투시간 </a:t>
            </a:r>
            <a:r>
              <a:rPr lang="en-US" altLang="ko-KR" smtClean="0"/>
              <a:t>* </a:t>
            </a:r>
            <a:r>
              <a:rPr lang="ko-KR" altLang="en-US" smtClean="0"/>
              <a:t>레벨업을 위해 잡아야한는 몬스터 수</a:t>
            </a:r>
            <a:endParaRPr lang="en-US" altLang="ko-KR" smtClean="0"/>
          </a:p>
          <a:p>
            <a:r>
              <a:rPr lang="ko-KR" altLang="en-US" smtClean="0"/>
              <a:t>퀘스트 </a:t>
            </a:r>
            <a:r>
              <a:rPr lang="en-US" altLang="ko-KR" smtClean="0"/>
              <a:t>= </a:t>
            </a:r>
            <a:r>
              <a:rPr lang="ko-KR" altLang="en-US" smtClean="0"/>
              <a:t>레벨업에 필요한 전투시간 </a:t>
            </a:r>
            <a:r>
              <a:rPr lang="en-US" altLang="ko-KR" smtClean="0"/>
              <a:t>* (1/3)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97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수식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354" y="1825625"/>
            <a:ext cx="11629292" cy="4351338"/>
          </a:xfrm>
        </p:spPr>
        <p:txBody>
          <a:bodyPr/>
          <a:lstStyle/>
          <a:p>
            <a:r>
              <a:rPr lang="ko-KR" altLang="en-US" smtClean="0"/>
              <a:t>레벨업을 위한 스테이지 클리어 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 </a:t>
            </a:r>
            <a:r>
              <a:rPr lang="ko-KR" altLang="en-US" smtClean="0"/>
              <a:t>레벨업을 위한 필요 경험치 </a:t>
            </a:r>
            <a:r>
              <a:rPr lang="en-US" altLang="ko-KR" smtClean="0"/>
              <a:t>/ </a:t>
            </a:r>
            <a:r>
              <a:rPr lang="ko-KR" altLang="en-US" smtClean="0"/>
              <a:t>스테이지를 </a:t>
            </a:r>
            <a:r>
              <a:rPr lang="en-US" altLang="ko-KR" smtClean="0"/>
              <a:t>1</a:t>
            </a:r>
            <a:r>
              <a:rPr lang="ko-KR" altLang="en-US" smtClean="0"/>
              <a:t>회 클리어에 필요한 시간</a:t>
            </a:r>
            <a:endParaRPr lang="en-US" altLang="ko-KR" smtClean="0"/>
          </a:p>
          <a:p>
            <a:r>
              <a:rPr lang="ko-KR" altLang="en-US" smtClean="0"/>
              <a:t>레벨업에 필요한 시간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= </a:t>
            </a:r>
            <a:r>
              <a:rPr lang="ko-KR" altLang="en-US" smtClean="0"/>
              <a:t>스테이지를 </a:t>
            </a:r>
            <a:r>
              <a:rPr lang="en-US" altLang="ko-KR" smtClean="0"/>
              <a:t>1</a:t>
            </a:r>
            <a:r>
              <a:rPr lang="ko-KR" altLang="en-US" smtClean="0"/>
              <a:t>회 클리어에 필요한 시간 </a:t>
            </a:r>
            <a:r>
              <a:rPr lang="en-US" altLang="ko-KR" smtClean="0"/>
              <a:t>* </a:t>
            </a:r>
            <a:r>
              <a:rPr lang="ko-KR" altLang="en-US" smtClean="0"/>
              <a:t>레벨업을 위한 스테이지 클리어 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6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항목 쓰는 방법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방 생성 게임일 경우에는 이것만 적고</a:t>
            </a:r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방 생성 게임이 아닐 경우에는 이것만 적고</a:t>
            </a:r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두 특징을 모두 가진 게임은 둘 다 적는다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742" y="2024364"/>
            <a:ext cx="3820058" cy="93358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58" y="4338914"/>
            <a:ext cx="714475" cy="92405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533" y="4338914"/>
            <a:ext cx="2991267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1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6494"/>
            <a:ext cx="10515600" cy="632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콘텐츠를 소모하는 일반적인 방법 </a:t>
            </a:r>
            <a:r>
              <a:rPr lang="en-US" altLang="ko-KR" smtClean="0"/>
              <a:t>: </a:t>
            </a:r>
            <a:r>
              <a:rPr lang="ko-KR" altLang="en-US" smtClean="0"/>
              <a:t>전투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mtClean="0"/>
              <a:t>대상이나 방법에따라 소모율이 다르다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소모율이 가장 큰 콘텐츠는 </a:t>
            </a:r>
            <a:r>
              <a:rPr lang="en-US" altLang="ko-KR" smtClean="0"/>
              <a:t>‘</a:t>
            </a:r>
            <a:r>
              <a:rPr lang="ko-KR" altLang="en-US" smtClean="0"/>
              <a:t>보스</a:t>
            </a:r>
            <a:r>
              <a:rPr lang="en-US" altLang="ko-KR" smtClean="0"/>
              <a:t>’</a:t>
            </a:r>
            <a:r>
              <a:rPr lang="ko-KR" altLang="en-US" smtClean="0"/>
              <a:t>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보스가 주는 경험치 </a:t>
            </a:r>
            <a:r>
              <a:rPr lang="en-US" altLang="ko-KR" smtClean="0"/>
              <a:t>: </a:t>
            </a:r>
            <a:r>
              <a:rPr lang="ko-KR" altLang="en-US" smtClean="0"/>
              <a:t>일반 몬스터 몇 마리와 맞먹는 지에 대해서 생각하면 경험치를 산정할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보스 잡는 데 걸리는 시간 </a:t>
            </a:r>
            <a:r>
              <a:rPr lang="en-US" altLang="ko-KR" smtClean="0"/>
              <a:t>: </a:t>
            </a:r>
            <a:r>
              <a:rPr lang="ko-KR" altLang="en-US" smtClean="0"/>
              <a:t>경험치로 산정한 일반 몬스터의 마리수를 잡는 데 걸리는 시간보다 보스를 잡는 데 걸리는 시간이 더 적다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일반 몬스터를 잡는 것보다 보스를 잡는 게 더 효율적이다</a:t>
            </a:r>
            <a:r>
              <a:rPr lang="en-US" altLang="ko-KR" smtClean="0"/>
              <a:t>. </a:t>
            </a:r>
            <a:r>
              <a:rPr lang="ko-KR" altLang="en-US" smtClean="0"/>
              <a:t>보상도 더 좋고</a:t>
            </a:r>
            <a:r>
              <a:rPr lang="en-US" altLang="ko-KR" smtClean="0"/>
              <a:t>, </a:t>
            </a:r>
            <a:r>
              <a:rPr lang="ko-KR" altLang="en-US" smtClean="0"/>
              <a:t>시간도 더 적게 걸린다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92131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콘텐츠를 소모하는 일반적인 방법 </a:t>
            </a:r>
            <a:r>
              <a:rPr lang="en-US" altLang="ko-KR" smtClean="0"/>
              <a:t>: </a:t>
            </a:r>
            <a:r>
              <a:rPr lang="ko-KR" altLang="en-US" smtClean="0"/>
              <a:t>전투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mtClean="0"/>
              <a:t>보스가 가지는 클래스를 기준으로</a:t>
            </a:r>
            <a:r>
              <a:rPr lang="en-US" altLang="ko-KR" smtClean="0"/>
              <a:t>(</a:t>
            </a:r>
            <a:r>
              <a:rPr lang="ko-KR" altLang="en-US" smtClean="0"/>
              <a:t>원거리</a:t>
            </a:r>
            <a:r>
              <a:rPr lang="en-US" altLang="ko-KR" smtClean="0"/>
              <a:t>, </a:t>
            </a:r>
            <a:r>
              <a:rPr lang="ko-KR" altLang="en-US" smtClean="0"/>
              <a:t>근거리 등</a:t>
            </a:r>
            <a:r>
              <a:rPr lang="en-US" altLang="ko-KR" smtClean="0"/>
              <a:t>)</a:t>
            </a:r>
            <a:r>
              <a:rPr lang="ko-KR" altLang="en-US" smtClean="0"/>
              <a:t> 보스르 잡는 데 걸리는 시간에 대해 보스 타입에 따라 구분해서 적어준다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대기업은 보스에 대해서 </a:t>
            </a:r>
            <a:r>
              <a:rPr lang="en-US" altLang="ko-KR" smtClean="0"/>
              <a:t>‘</a:t>
            </a:r>
            <a:r>
              <a:rPr lang="ko-KR" altLang="en-US" smtClean="0"/>
              <a:t>대차대조표</a:t>
            </a:r>
            <a:r>
              <a:rPr lang="en-US" altLang="ko-KR" smtClean="0"/>
              <a:t>‘</a:t>
            </a:r>
            <a:r>
              <a:rPr lang="ko-KR" altLang="en-US" smtClean="0"/>
              <a:t>를 만든다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8605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요즘 대세는 빌런에게도 스토리를 부여하는 것 같아</a:t>
            </a:r>
            <a:r>
              <a:rPr lang="en-US" altLang="ko-KR" smtClean="0"/>
              <a:t>. </a:t>
            </a:r>
            <a:r>
              <a:rPr lang="ko-KR" altLang="en-US" smtClean="0"/>
              <a:t>옛날에는 빌런은 그냥 처음부터 나빴고</a:t>
            </a:r>
            <a:r>
              <a:rPr lang="en-US" altLang="ko-KR" smtClean="0"/>
              <a:t>, </a:t>
            </a:r>
            <a:r>
              <a:rPr lang="ko-KR" altLang="en-US" smtClean="0"/>
              <a:t>나쁘니까 없애거나 처치하거나 교화시켜야 한다는 생각이었던 것 같아</a:t>
            </a:r>
            <a:r>
              <a:rPr lang="en-US" altLang="ko-KR" smtClean="0"/>
              <a:t>. </a:t>
            </a:r>
            <a:r>
              <a:rPr lang="ko-KR" altLang="en-US" smtClean="0"/>
              <a:t>그러나 요새는</a:t>
            </a:r>
            <a:r>
              <a:rPr lang="en-US" altLang="ko-KR" smtClean="0"/>
              <a:t>, </a:t>
            </a:r>
            <a:r>
              <a:rPr lang="ko-KR" altLang="en-US" smtClean="0"/>
              <a:t>특히 이게 잘 반영돼있는 예시로는 </a:t>
            </a:r>
            <a:r>
              <a:rPr lang="en-US" altLang="ko-KR" smtClean="0"/>
              <a:t>[</a:t>
            </a:r>
            <a:r>
              <a:rPr lang="ko-KR" altLang="en-US" smtClean="0"/>
              <a:t>진격의 거인</a:t>
            </a:r>
            <a:r>
              <a:rPr lang="en-US" altLang="ko-KR" smtClean="0"/>
              <a:t>]</a:t>
            </a:r>
            <a:r>
              <a:rPr lang="ko-KR" altLang="en-US" smtClean="0"/>
              <a:t>을 예로 들 수 있을 것 같아</a:t>
            </a:r>
            <a:r>
              <a:rPr lang="en-US" altLang="ko-KR" smtClean="0"/>
              <a:t>. </a:t>
            </a:r>
            <a:r>
              <a:rPr lang="ko-KR" altLang="en-US" smtClean="0"/>
              <a:t>그런 것처럼 우리 게임에도 보스에게 스토리를 부여하자</a:t>
            </a:r>
            <a:r>
              <a:rPr lang="en-US" altLang="ko-KR" smtClean="0"/>
              <a:t>. </a:t>
            </a:r>
          </a:p>
          <a:p>
            <a:endParaRPr lang="en-US" altLang="ko-KR" smtClean="0"/>
          </a:p>
          <a:p>
            <a:r>
              <a:rPr lang="ko-KR" altLang="en-US" smtClean="0"/>
              <a:t>폐교 챕터의 보스는 스토리가 이미 만들어져있지</a:t>
            </a:r>
            <a:r>
              <a:rPr lang="en-US" altLang="ko-KR" smtClean="0"/>
              <a:t>. </a:t>
            </a:r>
            <a:r>
              <a:rPr lang="ko-KR" altLang="en-US" smtClean="0"/>
              <a:t>그걸로 한 챕터가 구성돼있을 정도로 말이야</a:t>
            </a:r>
            <a:r>
              <a:rPr lang="en-US" altLang="ko-KR" smtClean="0"/>
              <a:t>. </a:t>
            </a:r>
            <a:r>
              <a:rPr lang="ko-KR" altLang="en-US" smtClean="0"/>
              <a:t>다른 보스들에게도 구체적이고 디테일하게 스토리를 부여해보자</a:t>
            </a:r>
            <a:r>
              <a:rPr lang="en-US" altLang="ko-KR" smtClean="0"/>
              <a:t>. </a:t>
            </a:r>
            <a:r>
              <a:rPr lang="ko-KR" altLang="en-US" smtClean="0"/>
              <a:t>우리 게임의 스토리와 방향성에 맞게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869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349</Words>
  <Application>Microsoft Office PowerPoint</Application>
  <PresentationFormat>와이드스크린</PresentationFormat>
  <Paragraphs>45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참고 문서</vt:lpstr>
      <vt:lpstr>PowerPoint 프레젠테이션</vt:lpstr>
      <vt:lpstr>소수점이 생기는 경우</vt:lpstr>
      <vt:lpstr>한마리 몬스터와 전투시간</vt:lpstr>
      <vt:lpstr>수식</vt:lpstr>
      <vt:lpstr>수식</vt:lpstr>
      <vt:lpstr>항목 쓰는 방법</vt:lpstr>
      <vt:lpstr>PowerPoint 프레젠테이션</vt:lpstr>
      <vt:lpstr>콘텐츠를 소모하는 일반적인 방법 : 전투</vt:lpstr>
      <vt:lpstr>콘텐츠를 소모하는 일반적인 방법 : 전투</vt:lpstr>
      <vt:lpstr>내 생각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9</cp:revision>
  <dcterms:created xsi:type="dcterms:W3CDTF">2026-07-27T04:45:15Z</dcterms:created>
  <dcterms:modified xsi:type="dcterms:W3CDTF">2026-07-27T06:52:35Z</dcterms:modified>
</cp:coreProperties>
</file>