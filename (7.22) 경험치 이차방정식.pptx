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1" d="100"/>
          <a:sy n="41" d="100"/>
        </p:scale>
        <p:origin x="312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003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9627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6243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08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896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0334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681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95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068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45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400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2C518-2767-440D-A99E-B44C09431C85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CDB43D-71FF-41C9-BCD0-100A86B31C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8860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172" y="169406"/>
            <a:ext cx="9069656" cy="651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36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01" y="404268"/>
            <a:ext cx="8610598" cy="604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11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5230" y="2029423"/>
            <a:ext cx="7221415" cy="4430669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메모 삽입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867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이차방정식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262" y="1825625"/>
            <a:ext cx="11113476" cy="4351338"/>
          </a:xfrm>
        </p:spPr>
        <p:txBody>
          <a:bodyPr/>
          <a:lstStyle/>
          <a:p>
            <a:r>
              <a:rPr lang="en-US" altLang="ko-KR" smtClean="0"/>
              <a:t>‘</a:t>
            </a:r>
            <a:r>
              <a:rPr lang="ko-KR" altLang="en-US" b="1" smtClean="0"/>
              <a:t>점</a:t>
            </a:r>
            <a:r>
              <a:rPr lang="en-US" altLang="ko-KR" smtClean="0"/>
              <a:t>(.)’</a:t>
            </a:r>
            <a:r>
              <a:rPr lang="ko-KR" altLang="en-US" smtClean="0"/>
              <a:t>의 정의 </a:t>
            </a:r>
            <a:r>
              <a:rPr lang="en-US" altLang="ko-KR" smtClean="0"/>
              <a:t>: </a:t>
            </a:r>
            <a:r>
              <a:rPr lang="ko-KR" altLang="en-US" smtClean="0"/>
              <a:t>위치값만 존재하고 모양이나 형태가 없는 모든 것</a:t>
            </a:r>
            <a:endParaRPr lang="en-US" altLang="ko-KR" smtClean="0"/>
          </a:p>
          <a:p>
            <a:pPr lvl="1"/>
            <a:r>
              <a:rPr lang="en-US" altLang="ko-KR" smtClean="0"/>
              <a:t>0</a:t>
            </a:r>
            <a:r>
              <a:rPr lang="ko-KR" altLang="en-US" smtClean="0"/>
              <a:t>차원</a:t>
            </a:r>
            <a:r>
              <a:rPr lang="en-US" altLang="ko-KR" smtClean="0"/>
              <a:t>/</a:t>
            </a:r>
            <a:r>
              <a:rPr lang="ko-KR" altLang="en-US" smtClean="0"/>
              <a:t>무차원</a:t>
            </a:r>
            <a:endParaRPr lang="en-US" altLang="ko-KR" smtClean="0"/>
          </a:p>
          <a:p>
            <a:r>
              <a:rPr lang="en-US" altLang="ko-KR" smtClean="0"/>
              <a:t>‘</a:t>
            </a:r>
            <a:r>
              <a:rPr lang="ko-KR" altLang="en-US" b="1" smtClean="0"/>
              <a:t>선</a:t>
            </a:r>
            <a:r>
              <a:rPr lang="en-US" altLang="ko-KR" smtClean="0"/>
              <a:t>’ : </a:t>
            </a:r>
            <a:r>
              <a:rPr lang="ko-KR" altLang="en-US" smtClean="0"/>
              <a:t>두 점 사이에 최단거리의 무수히 많은 점들의 집합</a:t>
            </a:r>
            <a:endParaRPr lang="en-US" altLang="ko-KR" smtClean="0"/>
          </a:p>
          <a:p>
            <a:pPr lvl="1"/>
            <a:r>
              <a:rPr lang="en-US" altLang="ko-KR" smtClean="0"/>
              <a:t>1</a:t>
            </a:r>
            <a:r>
              <a:rPr lang="ko-KR" altLang="en-US" smtClean="0"/>
              <a:t>차원</a:t>
            </a:r>
            <a:endParaRPr lang="en-US" altLang="ko-KR"/>
          </a:p>
          <a:p>
            <a:r>
              <a:rPr lang="ko-KR" altLang="en-US" smtClean="0"/>
              <a:t>면 </a:t>
            </a:r>
            <a:r>
              <a:rPr lang="en-US" altLang="ko-KR" smtClean="0"/>
              <a:t>– </a:t>
            </a:r>
            <a:r>
              <a:rPr lang="ko-KR" altLang="en-US" smtClean="0"/>
              <a:t>안과 밖이 구분되는 </a:t>
            </a:r>
            <a:r>
              <a:rPr lang="en-US" altLang="ko-KR" smtClean="0"/>
              <a:t>2</a:t>
            </a:r>
            <a:r>
              <a:rPr lang="ko-KR" altLang="en-US" smtClean="0"/>
              <a:t>차원</a:t>
            </a:r>
            <a:endParaRPr lang="en-US" altLang="ko-KR" smtClean="0"/>
          </a:p>
          <a:p>
            <a:r>
              <a:rPr lang="en-US" altLang="ko-KR" smtClean="0"/>
              <a:t>3</a:t>
            </a:r>
            <a:r>
              <a:rPr lang="ko-KR" altLang="en-US" smtClean="0"/>
              <a:t>차원</a:t>
            </a:r>
            <a:endParaRPr lang="en-US" altLang="ko-KR" smtClean="0"/>
          </a:p>
          <a:p>
            <a:r>
              <a:rPr lang="en-US" altLang="ko-KR" smtClean="0"/>
              <a:t>4</a:t>
            </a:r>
            <a:r>
              <a:rPr lang="ko-KR" altLang="en-US" smtClean="0"/>
              <a:t>차원 </a:t>
            </a:r>
            <a:r>
              <a:rPr lang="en-US" altLang="ko-KR" smtClean="0"/>
              <a:t>: 3</a:t>
            </a:r>
            <a:r>
              <a:rPr lang="ko-KR" altLang="en-US" smtClean="0"/>
              <a:t>차원의 세계가 시간의 축이 기준이 되는 세계</a:t>
            </a:r>
            <a:endParaRPr lang="en-US" altLang="ko-KR" smtClean="0"/>
          </a:p>
          <a:p>
            <a:r>
              <a:rPr lang="ko-KR" altLang="en-US" smtClean="0"/>
              <a:t>변곡점 </a:t>
            </a:r>
            <a:r>
              <a:rPr lang="en-US" altLang="ko-KR" smtClean="0"/>
              <a:t>: </a:t>
            </a:r>
            <a:r>
              <a:rPr lang="ko-KR" altLang="en-US" smtClean="0"/>
              <a:t>선의 흐름을 예상과 다른 방향으로 바뀌게 되는 계기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592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레벨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게임에서는 레벨을 통해 수의 흐름을 만든다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수의 흐름을 어떻게 설계하느냐에 따라 </a:t>
            </a:r>
            <a:r>
              <a:rPr lang="en-US" altLang="ko-KR" smtClean="0"/>
              <a:t>‘</a:t>
            </a:r>
            <a:r>
              <a:rPr lang="ko-KR" altLang="en-US" b="1" smtClean="0"/>
              <a:t>콘텐츠의 소모율</a:t>
            </a:r>
            <a:r>
              <a:rPr lang="en-US" altLang="ko-KR" smtClean="0"/>
              <a:t>’</a:t>
            </a:r>
            <a:r>
              <a:rPr lang="ko-KR" altLang="en-US" smtClean="0"/>
              <a:t>이 달라진다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59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54" y="128342"/>
            <a:ext cx="11723076" cy="517485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0454" y="5449824"/>
            <a:ext cx="7168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mtClean="0"/>
              <a:t>우리나라 모바일 게임은 곡선의 경사가 급한 편이고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해외 유명 게임</a:t>
            </a:r>
            <a:r>
              <a:rPr lang="en-US" altLang="ko-KR" smtClean="0"/>
              <a:t>(</a:t>
            </a:r>
            <a:r>
              <a:rPr lang="ko-KR" altLang="en-US" smtClean="0"/>
              <a:t>예</a:t>
            </a:r>
            <a:r>
              <a:rPr lang="en-US" altLang="ko-KR" smtClean="0"/>
              <a:t>:[WOW])</a:t>
            </a:r>
            <a:r>
              <a:rPr lang="ko-KR" altLang="en-US" smtClean="0"/>
              <a:t>은 곡선의 경사가 완만한 편이다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endParaRPr lang="ko-KR" alt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342654" y="5449823"/>
            <a:ext cx="599555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급한 곡선: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반복 플레이 증가, 콘텐츠 소모 속도 감소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306888" algn="l"/>
              </a:tabLst>
            </a:pPr>
            <a:r>
              <a:rPr kumimoji="0" lang="ko-KR" altLang="ko-KR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완만한 곡선: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반복 플레이 감소, 콘텐츠 소모 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속도 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증가</a:t>
            </a:r>
            <a:endParaRPr kumimoji="0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306888" algn="l"/>
              </a:tabLst>
            </a:pPr>
            <a:endParaRPr lang="en-US" altLang="ko-KR">
              <a:latin typeface="Arial" panose="020B0604020202020204" pitchFamily="34" charset="0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4306888" algn="l"/>
              </a:tabLst>
            </a:pPr>
            <a:r>
              <a:rPr lang="ko-KR" altLang="en-US"/>
              <a:t>경험치가 콘텐츠 해금의 주요 조건일 때 성립하는 설명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266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게임에서의 이차방정식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값</a:t>
            </a:r>
            <a:r>
              <a:rPr lang="en-US" altLang="ko-KR" smtClean="0"/>
              <a:t>(value)</a:t>
            </a:r>
          </a:p>
          <a:p>
            <a:pPr lvl="1"/>
            <a:r>
              <a:rPr lang="en-US" altLang="ko-KR" smtClean="0"/>
              <a:t>X</a:t>
            </a:r>
            <a:r>
              <a:rPr lang="ko-KR" altLang="en-US" smtClean="0"/>
              <a:t>축 </a:t>
            </a:r>
            <a:r>
              <a:rPr lang="en-US" altLang="ko-KR" smtClean="0"/>
              <a:t>: Lv</a:t>
            </a:r>
          </a:p>
          <a:p>
            <a:pPr lvl="1"/>
            <a:r>
              <a:rPr lang="en-US" altLang="ko-KR" smtClean="0"/>
              <a:t>Y</a:t>
            </a:r>
            <a:r>
              <a:rPr lang="ko-KR" altLang="en-US" smtClean="0"/>
              <a:t>축 </a:t>
            </a:r>
            <a:r>
              <a:rPr lang="en-US" altLang="ko-KR" smtClean="0"/>
              <a:t>: </a:t>
            </a:r>
            <a:r>
              <a:rPr lang="ko-KR" altLang="en-US" smtClean="0"/>
              <a:t>필요경험치</a:t>
            </a:r>
            <a:endParaRPr lang="en-US" altLang="ko-KR"/>
          </a:p>
          <a:p>
            <a:r>
              <a:rPr lang="ko-KR" altLang="en-US" smtClean="0"/>
              <a:t>게임에서는 음수가 이제까지는 없었으므로</a:t>
            </a:r>
            <a:r>
              <a:rPr lang="en-US" altLang="ko-KR"/>
              <a:t> </a:t>
            </a:r>
            <a:r>
              <a:rPr lang="ko-KR" altLang="en-US" smtClean="0"/>
              <a:t>제</a:t>
            </a:r>
            <a:r>
              <a:rPr lang="en-US" altLang="ko-KR" smtClean="0"/>
              <a:t>1</a:t>
            </a:r>
            <a:r>
              <a:rPr lang="ko-KR" altLang="en-US" smtClean="0"/>
              <a:t>사분면만 신경쓰면 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나중에는 음수까지 신경쓰는 게임이 나올 수도</a:t>
            </a:r>
            <a:r>
              <a:rPr lang="en-US" altLang="ko-KR" smtClean="0"/>
              <a:t>.</a:t>
            </a:r>
            <a:endParaRPr lang="en-US" altLang="ko-KR"/>
          </a:p>
          <a:p>
            <a:endParaRPr lang="en-US" altLang="ko-KR" smtClean="0"/>
          </a:p>
          <a:p>
            <a:r>
              <a:rPr lang="en-US" altLang="ko-KR" smtClean="0"/>
              <a:t>X : </a:t>
            </a:r>
            <a:r>
              <a:rPr lang="ko-KR" altLang="en-US" smtClean="0"/>
              <a:t>입력되는 값</a:t>
            </a:r>
            <a:endParaRPr lang="en-US" altLang="ko-KR" smtClean="0"/>
          </a:p>
          <a:p>
            <a:r>
              <a:rPr lang="en-US" altLang="ko-KR" smtClean="0"/>
              <a:t>Y : </a:t>
            </a:r>
            <a:r>
              <a:rPr lang="ko-KR" altLang="en-US" smtClean="0"/>
              <a:t>나오는 값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394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Y = ax2 + bx +c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a : </a:t>
            </a:r>
          </a:p>
          <a:p>
            <a:r>
              <a:rPr lang="en-US" altLang="ko-KR" smtClean="0"/>
              <a:t>b : </a:t>
            </a:r>
          </a:p>
          <a:p>
            <a:r>
              <a:rPr lang="en-US" altLang="ko-KR" smtClean="0"/>
              <a:t>C : c</a:t>
            </a:r>
            <a:r>
              <a:rPr lang="ko-KR" altLang="en-US" smtClean="0"/>
              <a:t>는 딱히 값에 크게 영향을 주지</a:t>
            </a:r>
            <a:r>
              <a:rPr lang="en-US" altLang="ko-KR" smtClean="0"/>
              <a:t>x</a:t>
            </a:r>
          </a:p>
          <a:p>
            <a:endParaRPr lang="en-US" altLang="ko-KR"/>
          </a:p>
          <a:p>
            <a:r>
              <a:rPr lang="ko-KR" altLang="en-US" smtClean="0"/>
              <a:t>곡선이 급할수록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콘텐츠 소모율은 떨어진다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선생님 예시를 보고 집 가서 계산해보고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내꺼에 적용하자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732" y="1825625"/>
            <a:ext cx="3534268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70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3539629"/>
            <a:ext cx="966161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우리 게임의 곡선은: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플레이어가 콘텐츠를 얼마나 반복해야 하는지를 보여주는 곡선이 아니라, 각 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스토리 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콘텐츠가</a:t>
            </a:r>
            <a:endParaRPr kumimoji="0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전체 </a:t>
            </a: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진행에서 어느 정도의 비중을 가지는지를 보여주는 곡선</a:t>
            </a:r>
          </a:p>
        </p:txBody>
      </p:sp>
    </p:spTree>
    <p:extLst>
      <p:ext uri="{BB962C8B-B14F-4D97-AF65-F5344CB8AC3E}">
        <p14:creationId xmlns:p14="http://schemas.microsoft.com/office/powerpoint/2010/main" val="3948437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207</Words>
  <Application>Microsoft Office PowerPoint</Application>
  <PresentationFormat>와이드스크린</PresentationFormat>
  <Paragraphs>39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메모 삽입</vt:lpstr>
      <vt:lpstr>이차방정식</vt:lpstr>
      <vt:lpstr>레벨</vt:lpstr>
      <vt:lpstr>PowerPoint 프레젠테이션</vt:lpstr>
      <vt:lpstr>게임에서의 이차방정식</vt:lpstr>
      <vt:lpstr>Y = ax2 + bx +c</vt:lpstr>
      <vt:lpstr>PowerPoint 프레젠테이션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10</cp:revision>
  <dcterms:created xsi:type="dcterms:W3CDTF">2026-07-22T04:33:46Z</dcterms:created>
  <dcterms:modified xsi:type="dcterms:W3CDTF">2026-07-23T05:00:17Z</dcterms:modified>
</cp:coreProperties>
</file>