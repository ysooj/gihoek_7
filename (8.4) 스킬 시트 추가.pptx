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5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85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5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24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56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5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11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36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92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46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58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1886A-67C2-4769-B538-105704D5C529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EA226-7802-4159-B1F2-BE0077194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51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2884"/>
            <a:ext cx="11734800" cy="54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0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스킬 테이블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시스템 </a:t>
            </a:r>
            <a:r>
              <a:rPr lang="en-US" altLang="ko-KR" smtClean="0"/>
              <a:t>: </a:t>
            </a:r>
            <a:r>
              <a:rPr lang="ko-KR" altLang="en-US" smtClean="0"/>
              <a:t>약속 </a:t>
            </a:r>
            <a:r>
              <a:rPr lang="en-US" altLang="ko-KR" smtClean="0"/>
              <a:t>+ UI + Data</a:t>
            </a:r>
          </a:p>
          <a:p>
            <a:endParaRPr lang="en-US" altLang="ko-KR"/>
          </a:p>
          <a:p>
            <a:r>
              <a:rPr lang="ko-KR" altLang="en-US" smtClean="0"/>
              <a:t>밸런스에서 우리가 이번에 만들 테이블을 시스템 기획서에서 쓰면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캡쳐 이미지에서 푸른 선으로 표시한 부분을 가져다가 필요한 시스템 설계의 데이터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테이블로 쓰면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어떻게 쓰면 좋을 지에 대한 내용은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나중에 다시 확인하자</a:t>
            </a:r>
            <a:r>
              <a:rPr lang="en-US" altLang="ko-KR" smtClean="0"/>
              <a:t>.</a:t>
            </a:r>
            <a:br>
              <a:rPr lang="en-US" altLang="ko-KR" smtClean="0"/>
            </a:br>
            <a:endParaRPr lang="en-US" altLang="ko-KR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253" y="4269551"/>
            <a:ext cx="5237747" cy="258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7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smtClean="0"/>
              <a:t>스킬명</a:t>
            </a:r>
            <a:r>
              <a:rPr lang="en-US" altLang="ko-KR" sz="3600" smtClean="0"/>
              <a:t>, </a:t>
            </a:r>
            <a:r>
              <a:rPr lang="ko-KR" altLang="en-US" sz="3600" smtClean="0"/>
              <a:t>스킬의 추가설명</a:t>
            </a:r>
            <a:r>
              <a:rPr lang="en-US" altLang="ko-KR" sz="3600" smtClean="0"/>
              <a:t>, </a:t>
            </a:r>
            <a:r>
              <a:rPr lang="ko-KR" altLang="en-US" sz="3600" smtClean="0"/>
              <a:t>스킬 제작 필요아이콘</a:t>
            </a:r>
            <a:endParaRPr lang="ko-KR" altLang="en-US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가지는 밸런스와는 크게 관련없다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But </a:t>
            </a:r>
            <a:r>
              <a:rPr lang="ko-KR" altLang="en-US" smtClean="0"/>
              <a:t>면접보는 사람들의 호감도를 높일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아이콘 이미지가 셀 안에 여유있게 들어가게 하자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튀어나오면</a:t>
            </a:r>
            <a:r>
              <a:rPr lang="en-US" altLang="ko-KR" smtClean="0"/>
              <a:t>, </a:t>
            </a:r>
            <a:r>
              <a:rPr lang="ko-KR" altLang="en-US" smtClean="0"/>
              <a:t>나중에 시뮬레이터에서 오류가 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67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스킬 타입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01053" y="1825625"/>
            <a:ext cx="11389894" cy="4351338"/>
          </a:xfrm>
        </p:spPr>
        <p:txBody>
          <a:bodyPr/>
          <a:lstStyle/>
          <a:p>
            <a:r>
              <a:rPr lang="ko-KR" altLang="en-US" smtClean="0"/>
              <a:t>매우 중요하다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액티브 </a:t>
            </a:r>
            <a:r>
              <a:rPr lang="en-US" altLang="ko-KR" smtClean="0"/>
              <a:t>: </a:t>
            </a:r>
            <a:r>
              <a:rPr lang="ko-KR" altLang="en-US" smtClean="0"/>
              <a:t>조작해야 발동하는 스킬</a:t>
            </a:r>
            <a:endParaRPr lang="en-US" altLang="ko-KR" smtClean="0"/>
          </a:p>
          <a:p>
            <a:r>
              <a:rPr lang="ko-KR" altLang="en-US" smtClean="0"/>
              <a:t>패시브 </a:t>
            </a:r>
            <a:r>
              <a:rPr lang="en-US" altLang="ko-KR" smtClean="0"/>
              <a:t>: UI</a:t>
            </a:r>
            <a:r>
              <a:rPr lang="ko-KR" altLang="en-US" smtClean="0"/>
              <a:t>에 장착해두면</a:t>
            </a:r>
            <a:r>
              <a:rPr lang="en-US" altLang="ko-KR" smtClean="0"/>
              <a:t>(</a:t>
            </a:r>
            <a:r>
              <a:rPr lang="ko-KR" altLang="en-US" smtClean="0"/>
              <a:t>한 번 세팅해두면</a:t>
            </a:r>
            <a:r>
              <a:rPr lang="en-US" altLang="ko-KR" smtClean="0"/>
              <a:t>) </a:t>
            </a:r>
            <a:r>
              <a:rPr lang="ko-KR" altLang="en-US" smtClean="0"/>
              <a:t>자동으로 적용되는 스킬</a:t>
            </a:r>
            <a:endParaRPr lang="en-US" altLang="ko-KR" smtClean="0"/>
          </a:p>
          <a:p>
            <a:r>
              <a:rPr lang="ko-KR" altLang="en-US" smtClean="0"/>
              <a:t>연출용 </a:t>
            </a:r>
            <a:r>
              <a:rPr lang="en-US" altLang="ko-KR" smtClean="0"/>
              <a:t>: </a:t>
            </a:r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몬스터의 </a:t>
            </a:r>
            <a:r>
              <a:rPr lang="en-US" altLang="ko-KR" smtClean="0"/>
              <a:t>hp</a:t>
            </a:r>
            <a:r>
              <a:rPr lang="ko-KR" altLang="en-US" smtClean="0"/>
              <a:t>가 </a:t>
            </a:r>
            <a:r>
              <a:rPr lang="en-US" altLang="ko-KR" smtClean="0"/>
              <a:t>5% </a:t>
            </a:r>
            <a:r>
              <a:rPr lang="ko-KR" altLang="en-US" smtClean="0"/>
              <a:t>남았을 때</a:t>
            </a:r>
            <a:r>
              <a:rPr lang="en-US" altLang="ko-KR" smtClean="0"/>
              <a:t>, </a:t>
            </a:r>
            <a:r>
              <a:rPr lang="ko-KR" altLang="en-US" smtClean="0"/>
              <a:t>시네마틱 영상을 스킬로 호출할 수도 있다</a:t>
            </a:r>
            <a:r>
              <a:rPr lang="en-US" altLang="ko-KR" smtClean="0"/>
              <a:t>. </a:t>
            </a:r>
            <a:r>
              <a:rPr lang="ko-KR" altLang="en-US" smtClean="0"/>
              <a:t>원래 이런 연출은 다른 분야에서 제어하는 거지만</a:t>
            </a:r>
            <a:r>
              <a:rPr lang="en-US" altLang="ko-KR" smtClean="0"/>
              <a:t>, </a:t>
            </a:r>
            <a:r>
              <a:rPr lang="ko-KR" altLang="en-US" smtClean="0"/>
              <a:t>프로그래머의 실력에 따라 이런 방식으로 할 수도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이벤트 </a:t>
            </a:r>
            <a:r>
              <a:rPr lang="en-US" altLang="ko-KR" smtClean="0"/>
              <a:t>: </a:t>
            </a:r>
            <a:r>
              <a:rPr lang="ko-KR" altLang="en-US" smtClean="0"/>
              <a:t>무언가 일어나는 경우</a:t>
            </a:r>
            <a:r>
              <a:rPr lang="en-US" altLang="ko-KR" smtClean="0"/>
              <a:t>. </a:t>
            </a:r>
            <a:r>
              <a:rPr lang="ko-KR" altLang="en-US" smtClean="0"/>
              <a:t>연출과 비슷하지만</a:t>
            </a:r>
            <a:r>
              <a:rPr lang="en-US" altLang="ko-KR" smtClean="0"/>
              <a:t>, </a:t>
            </a:r>
            <a:r>
              <a:rPr lang="ko-KR" altLang="en-US" smtClean="0"/>
              <a:t>구분한다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7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지정사용자유무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5116" y="1825625"/>
            <a:ext cx="11341768" cy="4351338"/>
          </a:xfrm>
        </p:spPr>
        <p:txBody>
          <a:bodyPr/>
          <a:lstStyle/>
          <a:p>
            <a:r>
              <a:rPr lang="ko-KR" altLang="en-US" smtClean="0"/>
              <a:t>사용자를 지정하지 않으면</a:t>
            </a:r>
            <a:r>
              <a:rPr lang="en-US" altLang="ko-KR" smtClean="0"/>
              <a:t>, </a:t>
            </a:r>
            <a:r>
              <a:rPr lang="ko-KR" altLang="en-US" smtClean="0"/>
              <a:t>모든 것들이 대상이다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공용</a:t>
            </a:r>
            <a:r>
              <a:rPr lang="en-US" altLang="ko-KR" smtClean="0"/>
              <a:t>’ </a:t>
            </a:r>
            <a:r>
              <a:rPr lang="ko-KR" altLang="en-US" smtClean="0"/>
              <a:t>또는 </a:t>
            </a:r>
            <a:r>
              <a:rPr lang="en-US" altLang="ko-KR" smtClean="0"/>
              <a:t>‘</a:t>
            </a:r>
            <a:r>
              <a:rPr lang="ko-KR" altLang="en-US" smtClean="0"/>
              <a:t>전체</a:t>
            </a:r>
            <a:r>
              <a:rPr lang="en-US" altLang="ko-KR" smtClean="0"/>
              <a:t>’</a:t>
            </a:r>
            <a:r>
              <a:rPr lang="ko-KR" altLang="en-US" smtClean="0"/>
              <a:t>라고 적으면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예를 들면 플레이어 캐릭터 뿐만 아니라 </a:t>
            </a:r>
            <a:r>
              <a:rPr lang="en-US" altLang="ko-KR" smtClean="0"/>
              <a:t>NPC</a:t>
            </a:r>
            <a:r>
              <a:rPr lang="ko-KR" altLang="en-US" smtClean="0"/>
              <a:t>도 사용할 수 있다는 것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3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상태이상값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altLang="ko-KR" smtClean="0"/>
              <a:t>[</a:t>
            </a:r>
            <a:r>
              <a:rPr lang="ko-KR" altLang="en-US" smtClean="0"/>
              <a:t>철권</a:t>
            </a:r>
            <a:r>
              <a:rPr lang="en-US" altLang="ko-KR" smtClean="0"/>
              <a:t>], [</a:t>
            </a:r>
            <a:r>
              <a:rPr lang="ko-KR" altLang="en-US" smtClean="0"/>
              <a:t>스트리트파이터</a:t>
            </a:r>
            <a:r>
              <a:rPr lang="en-US" altLang="ko-KR" smtClean="0"/>
              <a:t>]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폭죽을 터뜨리면</a:t>
            </a:r>
            <a:r>
              <a:rPr lang="en-US" altLang="ko-KR" smtClean="0"/>
              <a:t>, </a:t>
            </a:r>
            <a:r>
              <a:rPr lang="ko-KR" altLang="en-US" smtClean="0"/>
              <a:t>주변의 캐릭터나 </a:t>
            </a:r>
            <a:r>
              <a:rPr lang="en-US" altLang="ko-KR" smtClean="0"/>
              <a:t>npc</a:t>
            </a:r>
            <a:r>
              <a:rPr lang="ko-KR" altLang="en-US" smtClean="0"/>
              <a:t>들이 환호하는 이모션을 </a:t>
            </a:r>
            <a:r>
              <a:rPr lang="en-US" altLang="ko-KR" smtClean="0"/>
              <a:t>1</a:t>
            </a:r>
            <a:r>
              <a:rPr lang="ko-KR" altLang="en-US" smtClean="0"/>
              <a:t>회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약속을 잘 정해야 한다</a:t>
            </a:r>
            <a:r>
              <a:rPr lang="en-US" altLang="ko-KR" smtClean="0"/>
              <a:t>. </a:t>
            </a:r>
            <a:r>
              <a:rPr lang="ko-KR" altLang="en-US" smtClean="0"/>
              <a:t>누가</a:t>
            </a:r>
            <a:r>
              <a:rPr lang="en-US" altLang="ko-KR" smtClean="0"/>
              <a:t>, </a:t>
            </a:r>
            <a:r>
              <a:rPr lang="ko-KR" altLang="en-US" smtClean="0"/>
              <a:t>언제</a:t>
            </a:r>
            <a:r>
              <a:rPr lang="en-US" altLang="ko-KR" smtClean="0"/>
              <a:t>, </a:t>
            </a:r>
            <a:r>
              <a:rPr lang="ko-KR" altLang="en-US" smtClean="0"/>
              <a:t>어디서</a:t>
            </a:r>
            <a:r>
              <a:rPr lang="en-US" altLang="ko-KR" smtClean="0"/>
              <a:t>, </a:t>
            </a:r>
            <a:r>
              <a:rPr lang="ko-KR" altLang="en-US" smtClean="0"/>
              <a:t>어떻게</a:t>
            </a:r>
            <a:r>
              <a:rPr lang="en-US" altLang="ko-KR" smtClean="0"/>
              <a:t>, </a:t>
            </a:r>
            <a:r>
              <a:rPr lang="ko-KR" altLang="en-US" smtClean="0"/>
              <a:t>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레이드</a:t>
            </a:r>
            <a:r>
              <a:rPr lang="en-US" altLang="ko-KR" smtClean="0"/>
              <a:t>, </a:t>
            </a:r>
            <a:r>
              <a:rPr lang="ko-KR" altLang="en-US" smtClean="0"/>
              <a:t>던전</a:t>
            </a:r>
            <a:r>
              <a:rPr lang="en-US" altLang="ko-KR" smtClean="0"/>
              <a:t>, </a:t>
            </a:r>
            <a:r>
              <a:rPr lang="ko-KR" altLang="en-US" smtClean="0"/>
              <a:t>투기장에서는 사용 불가능하다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이벤트 존에서만</a:t>
            </a:r>
            <a:r>
              <a:rPr lang="en-US" altLang="ko-KR" smtClean="0"/>
              <a:t>(</a:t>
            </a:r>
            <a:r>
              <a:rPr lang="ko-KR" altLang="en-US" smtClean="0"/>
              <a:t>마을에서만</a:t>
            </a:r>
            <a:r>
              <a:rPr lang="en-US" altLang="ko-KR" smtClean="0"/>
              <a:t>) </a:t>
            </a:r>
            <a:r>
              <a:rPr lang="ko-KR" altLang="en-US" smtClean="0"/>
              <a:t>사용 가능하다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>
                <a:solidFill>
                  <a:srgbClr val="FF0000"/>
                </a:solidFill>
              </a:rPr>
              <a:t>매우매우 중요하다</a:t>
            </a:r>
            <a:r>
              <a:rPr lang="en-US" altLang="ko-KR" smtClean="0">
                <a:solidFill>
                  <a:srgbClr val="FF0000"/>
                </a:solidFill>
              </a:rPr>
              <a:t>. </a:t>
            </a:r>
            <a:r>
              <a:rPr lang="ko-KR" altLang="en-US" smtClean="0">
                <a:solidFill>
                  <a:srgbClr val="FF0000"/>
                </a:solidFill>
              </a:rPr>
              <a:t>스킬 시스템의 꽃</a:t>
            </a:r>
            <a:r>
              <a:rPr lang="en-US" altLang="ko-KR" smtClean="0">
                <a:solidFill>
                  <a:srgbClr val="FF0000"/>
                </a:solidFill>
              </a:rPr>
              <a:t>!</a:t>
            </a:r>
          </a:p>
          <a:p>
            <a:r>
              <a:rPr lang="ko-KR" altLang="en-US" smtClean="0">
                <a:solidFill>
                  <a:srgbClr val="FF0000"/>
                </a:solidFill>
              </a:rPr>
              <a:t>잘 만들면</a:t>
            </a:r>
            <a:r>
              <a:rPr lang="en-US" altLang="ko-KR" smtClean="0">
                <a:solidFill>
                  <a:srgbClr val="FF0000"/>
                </a:solidFill>
              </a:rPr>
              <a:t>, </a:t>
            </a:r>
            <a:r>
              <a:rPr lang="ko-KR" altLang="en-US" smtClean="0">
                <a:solidFill>
                  <a:srgbClr val="FF0000"/>
                </a:solidFill>
              </a:rPr>
              <a:t>정말 게임을 재밌게 만들 수 있다</a:t>
            </a:r>
            <a:r>
              <a:rPr lang="en-US" altLang="ko-KR" smtClean="0">
                <a:solidFill>
                  <a:srgbClr val="FF0000"/>
                </a:solidFill>
              </a:rPr>
              <a:t>.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55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상태이상값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전투에도 쓰이지만</a:t>
            </a:r>
            <a:r>
              <a:rPr lang="en-US" altLang="ko-KR" smtClean="0"/>
              <a:t>, </a:t>
            </a:r>
            <a:r>
              <a:rPr lang="ko-KR" altLang="en-US" smtClean="0"/>
              <a:t>다른 곳에도 쓰일 수 있다</a:t>
            </a:r>
            <a:r>
              <a:rPr lang="en-US" altLang="ko-KR" smtClean="0"/>
              <a:t>.</a:t>
            </a:r>
          </a:p>
          <a:p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 smtClean="0"/>
              <a:t>이걸 잘 만든다는 건</a:t>
            </a:r>
            <a:r>
              <a:rPr lang="en-US" altLang="ko-KR" smtClean="0"/>
              <a:t>, </a:t>
            </a:r>
            <a:r>
              <a:rPr lang="ko-KR" altLang="en-US" smtClean="0"/>
              <a:t>우리의 상상력과 라이브러리를 갖추는 능력과 관련된다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A </a:t>
            </a:r>
            <a:r>
              <a:rPr lang="ko-KR" altLang="en-US" smtClean="0"/>
              <a:t>스킬을 쓰면 </a:t>
            </a:r>
            <a:r>
              <a:rPr lang="en-US" altLang="ko-KR" smtClean="0"/>
              <a:t>B </a:t>
            </a:r>
            <a:r>
              <a:rPr lang="ko-KR" altLang="en-US" smtClean="0"/>
              <a:t>스킬까지 호출하는</a:t>
            </a:r>
            <a:r>
              <a:rPr lang="en-US" altLang="ko-KR"/>
              <a:t> </a:t>
            </a:r>
            <a:r>
              <a:rPr lang="ko-KR" altLang="en-US" smtClean="0"/>
              <a:t>방식</a:t>
            </a:r>
            <a:endParaRPr lang="en-US" altLang="ko-KR" smtClean="0"/>
          </a:p>
          <a:p>
            <a:r>
              <a:rPr lang="ko-KR" altLang="en-US" smtClean="0"/>
              <a:t>이런 방식이 상태 이상을 만드는 가장 쉬운 방법이다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61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타입 </a:t>
            </a:r>
            <a:r>
              <a:rPr lang="en-US" altLang="ko-KR" smtClean="0"/>
              <a:t>/ </a:t>
            </a:r>
            <a:r>
              <a:rPr lang="ko-KR" altLang="en-US" smtClean="0"/>
              <a:t>수치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스킬의 발동 타입 </a:t>
            </a:r>
            <a:r>
              <a:rPr lang="en-US" altLang="ko-KR" smtClean="0"/>
              <a:t>=&gt; </a:t>
            </a:r>
            <a:r>
              <a:rPr lang="ko-KR" altLang="en-US" smtClean="0"/>
              <a:t>스킬이 발동되는 조건의 종류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특정 아이템</a:t>
            </a:r>
            <a:r>
              <a:rPr lang="en-US" altLang="ko-KR" smtClean="0"/>
              <a:t>/</a:t>
            </a:r>
            <a:r>
              <a:rPr lang="ko-KR" altLang="en-US" smtClean="0"/>
              <a:t>칭호 등의 착용 여부를 물어볼 수도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체력과 같은 </a:t>
            </a:r>
            <a:r>
              <a:rPr lang="en-US" altLang="ko-KR" smtClean="0"/>
              <a:t>STATUS</a:t>
            </a:r>
            <a:r>
              <a:rPr lang="ko-KR" altLang="en-US" smtClean="0"/>
              <a:t>를 확인할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873" y="2141621"/>
            <a:ext cx="1808127" cy="4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1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스킬의 데미지를 정하는 영역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절대값으로 주는 경우 </a:t>
            </a:r>
            <a:r>
              <a:rPr lang="en-US" altLang="ko-KR" smtClean="0"/>
              <a:t>=&gt; </a:t>
            </a:r>
            <a:r>
              <a:rPr lang="ko-KR" altLang="en-US" smtClean="0"/>
              <a:t>수치를 적으면</a:t>
            </a:r>
            <a:r>
              <a:rPr lang="en-US" altLang="ko-KR" smtClean="0"/>
              <a:t>, </a:t>
            </a:r>
            <a:r>
              <a:rPr lang="ko-KR" altLang="en-US" smtClean="0"/>
              <a:t>그 수치 그대로 적용</a:t>
            </a:r>
            <a:endParaRPr lang="en-US" altLang="ko-KR" smtClean="0"/>
          </a:p>
          <a:p>
            <a:r>
              <a:rPr lang="ko-KR" altLang="en-US" smtClean="0"/>
              <a:t>일반공격력의 </a:t>
            </a:r>
            <a:r>
              <a:rPr lang="en-US" altLang="ko-KR" smtClean="0"/>
              <a:t>% </a:t>
            </a:r>
            <a:r>
              <a:rPr lang="ko-KR" altLang="en-US" smtClean="0"/>
              <a:t>적용 </a:t>
            </a:r>
            <a:r>
              <a:rPr lang="en-US" altLang="ko-KR" smtClean="0"/>
              <a:t>=&gt; </a:t>
            </a:r>
            <a:r>
              <a:rPr lang="ko-KR" altLang="en-US" smtClean="0"/>
              <a:t>일반 데미지 공식에 의해 산정된 수치의 </a:t>
            </a:r>
            <a:r>
              <a:rPr lang="en-US" altLang="ko-KR" smtClean="0"/>
              <a:t>%</a:t>
            </a:r>
            <a:r>
              <a:rPr lang="ko-KR" altLang="en-US" smtClean="0"/>
              <a:t>만큼의 수치가 적용</a:t>
            </a:r>
            <a:endParaRPr lang="en-US" altLang="ko-KR" smtClean="0"/>
          </a:p>
          <a:p>
            <a:r>
              <a:rPr lang="ko-KR" altLang="en-US" smtClean="0"/>
              <a:t>일반공격력에 대해서 그대로 적용 </a:t>
            </a:r>
            <a:r>
              <a:rPr lang="en-US" altLang="ko-KR" smtClean="0"/>
              <a:t>=&gt; </a:t>
            </a:r>
            <a:r>
              <a:rPr lang="ko-KR" altLang="en-US" smtClean="0"/>
              <a:t>일반 공격 데미지 그대로 적용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프로 세계에서는 숫자로 타입을 코드로 정한다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예시 이미지에서 절대값은 </a:t>
            </a:r>
            <a:r>
              <a:rPr lang="en-US" altLang="ko-KR" smtClean="0"/>
              <a:t>‘2’, </a:t>
            </a:r>
            <a:r>
              <a:rPr lang="ko-KR" altLang="en-US" smtClean="0"/>
              <a:t>일반공격력의 </a:t>
            </a:r>
            <a:r>
              <a:rPr lang="en-US" altLang="ko-KR" smtClean="0"/>
              <a:t>% </a:t>
            </a:r>
            <a:r>
              <a:rPr lang="ko-KR" altLang="en-US" smtClean="0"/>
              <a:t>적용은 </a:t>
            </a:r>
            <a:r>
              <a:rPr lang="en-US" altLang="ko-KR" smtClean="0"/>
              <a:t>‘1’</a:t>
            </a:r>
            <a:r>
              <a:rPr lang="ko-KR" altLang="en-US"/>
              <a:t> </a:t>
            </a:r>
            <a:r>
              <a:rPr lang="ko-KR" altLang="en-US" smtClean="0"/>
              <a:t>등으로 숫자를 표시한 이유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신입은 숫자로 코드 지정할 필요 </a:t>
            </a:r>
            <a:r>
              <a:rPr lang="en-US" altLang="ko-KR" smtClean="0"/>
              <a:t>x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900" y="5486400"/>
            <a:ext cx="79209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5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NPC</a:t>
            </a:r>
            <a:r>
              <a:rPr lang="ko-KR" altLang="en-US" smtClean="0"/>
              <a:t>와 몬스터 스킬의 타입</a:t>
            </a:r>
            <a:r>
              <a:rPr lang="en-US" altLang="ko-KR" smtClean="0"/>
              <a:t>/</a:t>
            </a:r>
            <a:r>
              <a:rPr lang="ko-KR" altLang="en-US" smtClean="0"/>
              <a:t>수치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스킬 발동 주기</a:t>
            </a:r>
            <a:endParaRPr lang="en-US" altLang="ko-KR" smtClean="0"/>
          </a:p>
          <a:p>
            <a:r>
              <a:rPr lang="ko-KR" altLang="en-US" smtClean="0"/>
              <a:t>발동 확률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180</a:t>
            </a:r>
            <a:r>
              <a:rPr lang="ko-KR" altLang="en-US" smtClean="0"/>
              <a:t>초마다 </a:t>
            </a:r>
            <a:r>
              <a:rPr lang="en-US" altLang="ko-KR" smtClean="0"/>
              <a:t>50%</a:t>
            </a:r>
            <a:r>
              <a:rPr lang="ko-KR" altLang="en-US" smtClean="0"/>
              <a:t>의 확률로 스킬을 사용할지 말지를 정한다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여기서 발동 확률은 원래 </a:t>
            </a:r>
            <a:r>
              <a:rPr lang="en-US" altLang="ko-KR" smtClean="0"/>
              <a:t>‘</a:t>
            </a:r>
            <a:r>
              <a:rPr lang="ko-KR" altLang="en-US" smtClean="0"/>
              <a:t>스킬 자체가 가지는 것이 아니다</a:t>
            </a:r>
            <a:r>
              <a:rPr lang="en-US" altLang="ko-KR" smtClean="0"/>
              <a:t>.’</a:t>
            </a:r>
          </a:p>
        </p:txBody>
      </p:sp>
    </p:spTree>
    <p:extLst>
      <p:ext uri="{BB962C8B-B14F-4D97-AF65-F5344CB8AC3E}">
        <p14:creationId xmlns:p14="http://schemas.microsoft.com/office/powerpoint/2010/main" val="85845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쿨타임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공용과 개별로 구분한다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공용 타입이면</a:t>
            </a:r>
            <a:r>
              <a:rPr lang="en-US" altLang="ko-KR" smtClean="0"/>
              <a:t>, </a:t>
            </a:r>
            <a:r>
              <a:rPr lang="ko-KR" altLang="en-US" smtClean="0"/>
              <a:t>공용 쿨타임인 스킬들은</a:t>
            </a:r>
            <a:r>
              <a:rPr lang="en-US" altLang="ko-KR" smtClean="0"/>
              <a:t>, </a:t>
            </a:r>
            <a:r>
              <a:rPr lang="ko-KR" altLang="en-US" smtClean="0"/>
              <a:t>쿨타임이 끝날 때까지 모든 스킬을 사용 불가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83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시전 필요 시간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캐스팅 타임</a:t>
            </a:r>
            <a:r>
              <a:rPr lang="en-US" altLang="ko-KR" smtClean="0"/>
              <a:t>(</a:t>
            </a:r>
            <a:r>
              <a:rPr lang="ko-KR" altLang="en-US" smtClean="0"/>
              <a:t>던지는 데 걸리는 시간</a:t>
            </a:r>
            <a:r>
              <a:rPr lang="en-US" altLang="ko-KR" smtClean="0"/>
              <a:t>), </a:t>
            </a:r>
            <a:r>
              <a:rPr lang="ko-KR" altLang="en-US" smtClean="0"/>
              <a:t>스펠 타임</a:t>
            </a:r>
            <a:r>
              <a:rPr lang="en-US" altLang="ko-KR" smtClean="0"/>
              <a:t>(</a:t>
            </a:r>
            <a:r>
              <a:rPr lang="ko-KR" altLang="en-US" smtClean="0"/>
              <a:t>주문을 외우는 데 걸리는 시간</a:t>
            </a:r>
            <a:r>
              <a:rPr lang="en-US" altLang="ko-KR" smtClean="0"/>
              <a:t>)</a:t>
            </a:r>
          </a:p>
          <a:p>
            <a:endParaRPr lang="en-US" altLang="ko-KR"/>
          </a:p>
          <a:p>
            <a:r>
              <a:rPr lang="ko-KR" altLang="en-US" smtClean="0"/>
              <a:t>보스가 스킬을 쓰는 순서가 이미 정해진 게임도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발동 주기</a:t>
            </a:r>
            <a:r>
              <a:rPr lang="en-US" altLang="ko-KR" smtClean="0"/>
              <a:t>, </a:t>
            </a:r>
            <a:r>
              <a:rPr lang="ko-KR" altLang="en-US" smtClean="0"/>
              <a:t>쿨타임</a:t>
            </a:r>
            <a:r>
              <a:rPr lang="en-US" altLang="ko-KR" smtClean="0"/>
              <a:t>, </a:t>
            </a:r>
            <a:r>
              <a:rPr lang="ko-KR" altLang="en-US" smtClean="0"/>
              <a:t>시전필요시간은 모두 스킬을 사용하는 데 걸리는 시간과 관련되는 부분들이다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99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버프 </a:t>
            </a:r>
            <a:r>
              <a:rPr lang="en-US" altLang="ko-KR" smtClean="0"/>
              <a:t>/ </a:t>
            </a:r>
            <a:r>
              <a:rPr lang="ko-KR" altLang="en-US" smtClean="0"/>
              <a:t>디버프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+</a:t>
            </a:r>
            <a:r>
              <a:rPr lang="ko-KR" altLang="en-US" smtClean="0"/>
              <a:t>로 적으면 버프</a:t>
            </a:r>
            <a:r>
              <a:rPr lang="en-US" altLang="ko-KR" smtClean="0"/>
              <a:t>, -</a:t>
            </a:r>
            <a:r>
              <a:rPr lang="ko-KR" altLang="en-US" smtClean="0"/>
              <a:t>로 적으면 디버프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546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53" y="697832"/>
            <a:ext cx="11508694" cy="546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44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466</Words>
  <Application>Microsoft Office PowerPoint</Application>
  <PresentationFormat>와이드스크린</PresentationFormat>
  <Paragraphs>70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스킬 테이블</vt:lpstr>
      <vt:lpstr>스킬명, 스킬의 추가설명, 스킬 제작 필요아이콘</vt:lpstr>
      <vt:lpstr>스킬 타입</vt:lpstr>
      <vt:lpstr>지정사용자유무</vt:lpstr>
      <vt:lpstr>상태이상값</vt:lpstr>
      <vt:lpstr>상태이상값</vt:lpstr>
      <vt:lpstr>타입 / 수치</vt:lpstr>
      <vt:lpstr>스킬의 데미지를 정하는 영역</vt:lpstr>
      <vt:lpstr>NPC와 몬스터 스킬의 타입/수치</vt:lpstr>
      <vt:lpstr>쿨타임</vt:lpstr>
      <vt:lpstr>시전 필요 시간</vt:lpstr>
      <vt:lpstr>버프 / 디버프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2026-08-04T05:25:51Z</dcterms:created>
  <dcterms:modified xsi:type="dcterms:W3CDTF">2026-08-04T06:50:08Z</dcterms:modified>
</cp:coreProperties>
</file>