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-240" y="88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133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633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0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39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2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9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23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23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61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FD4A9-4FA8-46B5-9FC7-9B472EAEB9FF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3436C-756F-41AB-99B5-035A3DC011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91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은행의 </a:t>
            </a:r>
            <a:r>
              <a:rPr lang="en-US" altLang="ko-KR" smtClean="0"/>
              <a:t>‘</a:t>
            </a:r>
            <a:r>
              <a:rPr lang="ko-KR" altLang="en-US" smtClean="0"/>
              <a:t>대차대조표</a:t>
            </a:r>
            <a:r>
              <a:rPr lang="en-US" altLang="ko-KR" smtClean="0"/>
              <a:t>‘ </a:t>
            </a:r>
            <a:r>
              <a:rPr lang="ko-KR" altLang="en-US" smtClean="0"/>
              <a:t>처럼</a:t>
            </a:r>
            <a:endParaRPr lang="en-US" altLang="ko-KR" smtClean="0"/>
          </a:p>
          <a:p>
            <a:r>
              <a:rPr lang="ko-KR" altLang="en-US" smtClean="0"/>
              <a:t>대기업에서는</a:t>
            </a:r>
            <a:r>
              <a:rPr lang="en-US" altLang="ko-KR" smtClean="0"/>
              <a:t>, </a:t>
            </a:r>
            <a:r>
              <a:rPr lang="ko-KR" altLang="en-US" smtClean="0"/>
              <a:t>등장하지도 않는 몬스터나 보스에 대한 정보를 넣기도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아트 디렉터</a:t>
            </a:r>
            <a:r>
              <a:rPr lang="en-US" altLang="ko-KR" smtClean="0"/>
              <a:t>, </a:t>
            </a:r>
            <a:r>
              <a:rPr lang="ko-KR" altLang="en-US" smtClean="0"/>
              <a:t>퀘스트 디자이너 등 다른 파트의 사람들이 해당 레벨의 수치나 정보들을 확인할 수 있게 하기 위한 장치다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31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91" y="797170"/>
            <a:ext cx="11416218" cy="526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0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예시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갤러그</a:t>
            </a:r>
            <a:r>
              <a:rPr lang="en-US" altLang="ko-KR" smtClean="0"/>
              <a:t>]</a:t>
            </a:r>
          </a:p>
          <a:p>
            <a:pPr lvl="1"/>
            <a:r>
              <a:rPr lang="ko-KR" altLang="en-US" smtClean="0"/>
              <a:t>적들 한 명 한 명이 점수가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목표 점수를 달성하면 다음 스테이지로 넘어간다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시간</a:t>
            </a:r>
            <a:r>
              <a:rPr lang="en-US" altLang="ko-KR" smtClean="0"/>
              <a:t>(</a:t>
            </a:r>
            <a:r>
              <a:rPr lang="ko-KR" altLang="en-US" smtClean="0"/>
              <a:t>알파</a:t>
            </a:r>
            <a:r>
              <a:rPr lang="en-US" altLang="ko-KR" smtClean="0"/>
              <a:t>a), </a:t>
            </a:r>
            <a:r>
              <a:rPr lang="ko-KR" altLang="en-US" smtClean="0"/>
              <a:t>킬 수</a:t>
            </a:r>
            <a:r>
              <a:rPr lang="en-US" altLang="ko-KR" smtClean="0"/>
              <a:t>(</a:t>
            </a:r>
            <a:r>
              <a:rPr lang="ko-KR" altLang="en-US" smtClean="0"/>
              <a:t>베</a:t>
            </a:r>
            <a:r>
              <a:rPr lang="ko-KR" altLang="en-US"/>
              <a:t>타</a:t>
            </a:r>
            <a:r>
              <a:rPr lang="en-US" altLang="ko-KR" smtClean="0"/>
              <a:t>b)</a:t>
            </a:r>
            <a:r>
              <a:rPr lang="ko-KR" altLang="en-US" smtClean="0"/>
              <a:t>를 이용해서 점수 차이를 만들 수 있다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결산 점수 </a:t>
            </a:r>
            <a:r>
              <a:rPr lang="en-US" altLang="ko-KR" smtClean="0"/>
              <a:t>(SS, S, A, B, C, F </a:t>
            </a:r>
            <a:r>
              <a:rPr lang="ko-KR" altLang="en-US" smtClean="0"/>
              <a:t>등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/>
              <a:t>결산 점수에 따라서 보상의 차이를 주어야 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88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밸런스 기획 문서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우리는 </a:t>
            </a:r>
            <a:r>
              <a:rPr lang="en-US" altLang="ko-KR" smtClean="0"/>
              <a:t>‘</a:t>
            </a:r>
            <a:r>
              <a:rPr lang="ko-KR" altLang="en-US" smtClean="0"/>
              <a:t>기준</a:t>
            </a:r>
            <a:r>
              <a:rPr lang="en-US" altLang="ko-KR" smtClean="0"/>
              <a:t>’</a:t>
            </a:r>
            <a:r>
              <a:rPr lang="ko-KR" altLang="en-US" smtClean="0"/>
              <a:t>이 있어야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이런 류의 게임이 방생성</a:t>
            </a:r>
            <a:r>
              <a:rPr lang="en-US" altLang="ko-KR" smtClean="0"/>
              <a:t>, MO </a:t>
            </a:r>
            <a:r>
              <a:rPr lang="ko-KR" altLang="en-US" smtClean="0"/>
              <a:t>게임</a:t>
            </a:r>
            <a:r>
              <a:rPr lang="en-US" altLang="ko-KR" smtClean="0"/>
              <a:t>([</a:t>
            </a:r>
            <a:r>
              <a:rPr lang="ko-KR" altLang="en-US" smtClean="0"/>
              <a:t>애니팡</a:t>
            </a:r>
            <a:r>
              <a:rPr lang="en-US" altLang="ko-KR" smtClean="0"/>
              <a:t>]</a:t>
            </a:r>
            <a:r>
              <a:rPr lang="ko-KR" altLang="en-US" smtClean="0"/>
              <a:t> 등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남보다 적은 시간으로 많은 점수를 내서 더 빨리 성장하는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76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8" y="53163"/>
            <a:ext cx="9612924" cy="675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68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107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예시</vt:lpstr>
      <vt:lpstr>밸런스 기획 문서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3</cp:revision>
  <dcterms:created xsi:type="dcterms:W3CDTF">2026-07-24T04:58:11Z</dcterms:created>
  <dcterms:modified xsi:type="dcterms:W3CDTF">2026-07-24T06:51:09Z</dcterms:modified>
</cp:coreProperties>
</file>