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8" d="100"/>
          <a:sy n="48" d="100"/>
        </p:scale>
        <p:origin x="42" y="13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91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1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86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78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86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00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18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29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25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59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7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C3A8E-5D56-4072-8B64-BE28DC56EEF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DA5F-9192-4CCE-8765-35D3F802C7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04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데미지 산정 공식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공격자의 공격력 합산 수치</a:t>
            </a:r>
            <a:endParaRPr lang="en-US" altLang="ko-KR"/>
          </a:p>
          <a:p>
            <a:r>
              <a:rPr lang="ko-KR" altLang="en-US" smtClean="0"/>
              <a:t>방어자의 방어력의 합산 수치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아이템</a:t>
            </a:r>
            <a:r>
              <a:rPr lang="en-US" altLang="ko-KR" smtClean="0"/>
              <a:t>, </a:t>
            </a:r>
            <a:r>
              <a:rPr lang="ko-KR" altLang="en-US" smtClean="0"/>
              <a:t>게임의 콘텐츠 시스템 등에 의한 버프</a:t>
            </a:r>
            <a:r>
              <a:rPr lang="en-US" altLang="ko-KR" smtClean="0"/>
              <a:t>/</a:t>
            </a:r>
            <a:r>
              <a:rPr lang="ko-KR" altLang="en-US" smtClean="0"/>
              <a:t>디버프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지속적인 내용에서 데미지 공식을 만들면 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88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전투 시뮬레이터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공격자가 </a:t>
            </a:r>
            <a:r>
              <a:rPr lang="en-US" altLang="ko-KR" smtClean="0"/>
              <a:t>A</a:t>
            </a:r>
            <a:r>
              <a:rPr lang="ko-KR" altLang="en-US" smtClean="0"/>
              <a:t>인 경우 </a:t>
            </a:r>
            <a:r>
              <a:rPr lang="en-US" altLang="ko-KR" smtClean="0"/>
              <a:t>: </a:t>
            </a:r>
            <a:r>
              <a:rPr lang="ko-KR" altLang="en-US" smtClean="0"/>
              <a:t>상단에 표현</a:t>
            </a:r>
            <a:endParaRPr lang="en-US" altLang="ko-KR" smtClean="0"/>
          </a:p>
          <a:p>
            <a:pPr lvl="1"/>
            <a:r>
              <a:rPr lang="ko-KR" altLang="en-US" smtClean="0"/>
              <a:t>방어자는 </a:t>
            </a:r>
            <a:r>
              <a:rPr lang="en-US" altLang="ko-KR" smtClean="0"/>
              <a:t>B</a:t>
            </a:r>
          </a:p>
          <a:p>
            <a:r>
              <a:rPr lang="ko-KR" altLang="en-US" smtClean="0"/>
              <a:t>공격자가 </a:t>
            </a:r>
            <a:r>
              <a:rPr lang="en-US" altLang="ko-KR" smtClean="0"/>
              <a:t>B</a:t>
            </a:r>
            <a:r>
              <a:rPr lang="ko-KR" altLang="en-US" smtClean="0"/>
              <a:t>인 경우 </a:t>
            </a:r>
            <a:r>
              <a:rPr lang="en-US" altLang="ko-KR" smtClean="0"/>
              <a:t>: </a:t>
            </a:r>
            <a:r>
              <a:rPr lang="ko-KR" altLang="en-US" smtClean="0"/>
              <a:t>하단에 표현</a:t>
            </a:r>
            <a:endParaRPr lang="en-US" altLang="ko-KR" smtClean="0"/>
          </a:p>
          <a:p>
            <a:pPr lvl="1"/>
            <a:r>
              <a:rPr lang="ko-KR" altLang="en-US" smtClean="0"/>
              <a:t>방어자는 </a:t>
            </a:r>
            <a:r>
              <a:rPr lang="en-US" altLang="ko-KR"/>
              <a:t>A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22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전투 시뮬레이터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방어자의 생명력</a:t>
            </a:r>
            <a:endParaRPr lang="en-US" altLang="ko-KR" smtClean="0"/>
          </a:p>
          <a:p>
            <a:r>
              <a:rPr lang="ko-KR" altLang="en-US" smtClean="0"/>
              <a:t>공격자가 산출하는 데미지</a:t>
            </a:r>
            <a:endParaRPr lang="en-US" altLang="ko-KR" smtClean="0"/>
          </a:p>
          <a:p>
            <a:r>
              <a:rPr lang="ko-KR" altLang="en-US" smtClean="0"/>
              <a:t>방어자의 생명력 </a:t>
            </a:r>
            <a:r>
              <a:rPr lang="en-US" altLang="ko-KR" smtClean="0"/>
              <a:t>- </a:t>
            </a:r>
            <a:r>
              <a:rPr lang="ko-KR" altLang="en-US" smtClean="0"/>
              <a:t>공격자가 산출하는 데미지</a:t>
            </a:r>
          </a:p>
          <a:p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45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내 게임</a:t>
            </a:r>
            <a:r>
              <a:rPr lang="en-US" altLang="ko-KR" smtClean="0"/>
              <a:t>] A </a:t>
            </a:r>
            <a:r>
              <a:rPr lang="ko-KR" altLang="en-US" smtClean="0"/>
              <a:t>상황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속성 추가 전 데미지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2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내 게임</a:t>
            </a:r>
            <a:r>
              <a:rPr lang="en-US" altLang="ko-KR" smtClean="0"/>
              <a:t>] B </a:t>
            </a:r>
            <a:r>
              <a:rPr lang="ko-KR" altLang="en-US" smtClean="0"/>
              <a:t>상황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75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</a:t>
            </a:r>
            <a:r>
              <a:rPr lang="ko-KR" altLang="en-US" smtClean="0"/>
              <a:t>회 공격 시간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일반 공격과 스킬 공격으로 나눠서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일반 공격의 평균 시간으로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스킬의 시전 시간을 적는다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95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데미지 산출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‘1</a:t>
            </a:r>
            <a:r>
              <a:rPr lang="ko-KR" altLang="en-US" smtClean="0"/>
              <a:t>회</a:t>
            </a:r>
            <a:r>
              <a:rPr lang="en-US" altLang="ko-KR" smtClean="0"/>
              <a:t>’</a:t>
            </a:r>
            <a:r>
              <a:rPr lang="ko-KR" altLang="en-US" smtClean="0"/>
              <a:t>에 산출하는 데미지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마지막 계산법 </a:t>
            </a:r>
            <a:r>
              <a:rPr lang="en-US" altLang="ko-KR" smtClean="0"/>
              <a:t>(</a:t>
            </a:r>
            <a:r>
              <a:rPr lang="ko-KR" altLang="en-US" smtClean="0"/>
              <a:t>방어자의 생명력 </a:t>
            </a:r>
            <a:r>
              <a:rPr lang="en-US" altLang="ko-KR" smtClean="0"/>
              <a:t>– </a:t>
            </a:r>
            <a:r>
              <a:rPr lang="ko-KR" altLang="en-US" smtClean="0"/>
              <a:t>산출된 데미지</a:t>
            </a:r>
            <a:r>
              <a:rPr lang="en-US" altLang="ko-KR" smtClean="0"/>
              <a:t>* </a:t>
            </a:r>
            <a:r>
              <a:rPr lang="ko-KR" altLang="en-US" smtClean="0"/>
              <a:t>타격 횟수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이 숫자가 </a:t>
            </a:r>
            <a:r>
              <a:rPr lang="en-US" altLang="ko-KR" smtClean="0"/>
              <a:t>–</a:t>
            </a:r>
            <a:r>
              <a:rPr lang="ko-KR" altLang="en-US" smtClean="0"/>
              <a:t>가 나오면</a:t>
            </a:r>
            <a:r>
              <a:rPr lang="en-US" altLang="ko-KR" smtClean="0"/>
              <a:t>, </a:t>
            </a:r>
            <a:r>
              <a:rPr lang="ko-KR" altLang="en-US" smtClean="0"/>
              <a:t>죽었다는 것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9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한 내용은 집에 가서 적용하자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3704" y="1825624"/>
            <a:ext cx="11224592" cy="503237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mtClean="0"/>
              <a:t>1</a:t>
            </a:r>
            <a:r>
              <a:rPr lang="ko-KR" altLang="en-US" smtClean="0"/>
              <a:t>회 공격 시간</a:t>
            </a:r>
            <a:endParaRPr lang="en-US" altLang="ko-KR" smtClean="0"/>
          </a:p>
          <a:p>
            <a:pPr lvl="1"/>
            <a:r>
              <a:rPr lang="ko-KR" altLang="en-US" smtClean="0"/>
              <a:t>일반 공격</a:t>
            </a:r>
            <a:endParaRPr lang="en-US" altLang="ko-KR" smtClean="0"/>
          </a:p>
          <a:p>
            <a:pPr lvl="1"/>
            <a:r>
              <a:rPr lang="ko-KR" altLang="en-US" smtClean="0"/>
              <a:t>스킬 공격</a:t>
            </a:r>
            <a:endParaRPr lang="en-US" altLang="ko-KR" smtClean="0"/>
          </a:p>
          <a:p>
            <a:pPr lvl="1"/>
            <a:r>
              <a:rPr lang="ko-KR" altLang="en-US" smtClean="0"/>
              <a:t>이렇게 </a:t>
            </a:r>
            <a:r>
              <a:rPr lang="en-US" altLang="ko-KR" smtClean="0"/>
              <a:t>2</a:t>
            </a:r>
            <a:r>
              <a:rPr lang="ko-KR" altLang="en-US" smtClean="0"/>
              <a:t>가지로 나눠서 표현</a:t>
            </a:r>
            <a:endParaRPr lang="en-US" altLang="ko-KR" smtClean="0"/>
          </a:p>
          <a:p>
            <a:r>
              <a:rPr lang="ko-KR" altLang="en-US" smtClean="0"/>
              <a:t>전투 상황 구분</a:t>
            </a:r>
            <a:endParaRPr lang="en-US" altLang="ko-KR" smtClean="0"/>
          </a:p>
          <a:p>
            <a:pPr lvl="1"/>
            <a:r>
              <a:rPr lang="en-US" altLang="ko-KR" smtClean="0"/>
              <a:t>A </a:t>
            </a:r>
            <a:r>
              <a:rPr lang="ko-KR" altLang="en-US" smtClean="0"/>
              <a:t>상황 </a:t>
            </a:r>
            <a:r>
              <a:rPr lang="en-US" altLang="ko-KR" smtClean="0"/>
              <a:t>: </a:t>
            </a:r>
            <a:r>
              <a:rPr lang="ko-KR" altLang="en-US" smtClean="0"/>
              <a:t>플레이어가 방어자</a:t>
            </a:r>
            <a:endParaRPr lang="en-US" altLang="ko-KR" smtClean="0"/>
          </a:p>
          <a:p>
            <a:pPr lvl="1"/>
            <a:r>
              <a:rPr lang="en-US" altLang="ko-KR" smtClean="0"/>
              <a:t>B </a:t>
            </a:r>
            <a:r>
              <a:rPr lang="ko-KR" altLang="en-US" smtClean="0"/>
              <a:t>상황 </a:t>
            </a:r>
            <a:r>
              <a:rPr lang="en-US" altLang="ko-KR" smtClean="0"/>
              <a:t>: </a:t>
            </a:r>
            <a:r>
              <a:rPr lang="ko-KR" altLang="en-US" smtClean="0"/>
              <a:t>플레이어가 공격자</a:t>
            </a:r>
            <a:endParaRPr lang="en-US" altLang="ko-KR" smtClean="0"/>
          </a:p>
          <a:p>
            <a:pPr lvl="1"/>
            <a:r>
              <a:rPr lang="ko-KR" altLang="en-US" smtClean="0"/>
              <a:t>데미지 공식 제대로 만들기</a:t>
            </a:r>
            <a:endParaRPr lang="en-US" altLang="ko-KR"/>
          </a:p>
          <a:p>
            <a:r>
              <a:rPr lang="ko-KR" altLang="en-US" smtClean="0"/>
              <a:t>일반 공격 평균과 스킬 시전의 시간</a:t>
            </a:r>
            <a:endParaRPr lang="en-US" altLang="ko-KR" smtClean="0"/>
          </a:p>
          <a:p>
            <a:r>
              <a:rPr lang="ko-KR" altLang="en-US" smtClean="0"/>
              <a:t>공격 횟수를 개발 도구의 </a:t>
            </a:r>
            <a:r>
              <a:rPr lang="en-US" altLang="ko-KR" smtClean="0"/>
              <a:t>‘</a:t>
            </a:r>
            <a:r>
              <a:rPr lang="ko-KR" altLang="en-US" smtClean="0"/>
              <a:t>삽입</a:t>
            </a:r>
            <a:r>
              <a:rPr lang="en-US" altLang="ko-KR" smtClean="0"/>
              <a:t>’</a:t>
            </a:r>
            <a:r>
              <a:rPr lang="ko-KR" altLang="en-US" smtClean="0"/>
              <a:t>에서 </a:t>
            </a:r>
            <a:r>
              <a:rPr lang="en-US" altLang="ko-KR" smtClean="0"/>
              <a:t>‘</a:t>
            </a:r>
            <a:r>
              <a:rPr lang="ko-KR" altLang="en-US" smtClean="0"/>
              <a:t>스핀 단추</a:t>
            </a:r>
            <a:r>
              <a:rPr lang="en-US" altLang="ko-KR" smtClean="0"/>
              <a:t>’</a:t>
            </a:r>
            <a:r>
              <a:rPr lang="ko-KR" altLang="en-US"/>
              <a:t> </a:t>
            </a:r>
            <a:r>
              <a:rPr lang="ko-KR" altLang="en-US" smtClean="0"/>
              <a:t>활용해서 만들기</a:t>
            </a:r>
            <a:endParaRPr lang="en-US" altLang="ko-KR" smtClean="0"/>
          </a:p>
          <a:p>
            <a:r>
              <a:rPr lang="ko-KR" altLang="en-US" smtClean="0"/>
              <a:t>총 공격 시간을 공격 시간과 횟수를 곱해서 표현하기</a:t>
            </a:r>
            <a:endParaRPr lang="en-US" altLang="ko-KR" smtClean="0"/>
          </a:p>
          <a:p>
            <a:r>
              <a:rPr lang="ko-KR" altLang="en-US" smtClean="0"/>
              <a:t>총 공격 시간이 더 적은 쪽이 승리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989305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201</Words>
  <Application>Microsoft Office PowerPoint</Application>
  <PresentationFormat>와이드스크린</PresentationFormat>
  <Paragraphs>43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데미지 산정 공식</vt:lpstr>
      <vt:lpstr>전투 시뮬레이터</vt:lpstr>
      <vt:lpstr>전투 시뮬레이터</vt:lpstr>
      <vt:lpstr>[내 게임] A 상황</vt:lpstr>
      <vt:lpstr>[내 게임] B 상황</vt:lpstr>
      <vt:lpstr>1회 공격 시간</vt:lpstr>
      <vt:lpstr>데미지 산출</vt:lpstr>
      <vt:lpstr>오늘 한 내용은 집에 가서 적용하자.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데미지 산정 공식</dc:title>
  <dc:creator>FullName</dc:creator>
  <cp:lastModifiedBy>FullName</cp:lastModifiedBy>
  <cp:revision>6</cp:revision>
  <dcterms:created xsi:type="dcterms:W3CDTF">2026-08-10T05:27:19Z</dcterms:created>
  <dcterms:modified xsi:type="dcterms:W3CDTF">2026-08-10T06:49:45Z</dcterms:modified>
</cp:coreProperties>
</file>