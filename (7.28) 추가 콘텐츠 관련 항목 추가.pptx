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54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5BAE-4263-4283-B2A2-6ED9529A11A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E0C0-C7A3-420D-92FD-6ECDA841D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0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5BAE-4263-4283-B2A2-6ED9529A11A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E0C0-C7A3-420D-92FD-6ECDA841D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8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5BAE-4263-4283-B2A2-6ED9529A11A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E0C0-C7A3-420D-92FD-6ECDA841D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85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5BAE-4263-4283-B2A2-6ED9529A11A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E0C0-C7A3-420D-92FD-6ECDA841D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19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5BAE-4263-4283-B2A2-6ED9529A11A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E0C0-C7A3-420D-92FD-6ECDA841D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61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5BAE-4263-4283-B2A2-6ED9529A11A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E0C0-C7A3-420D-92FD-6ECDA841D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84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5BAE-4263-4283-B2A2-6ED9529A11A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E0C0-C7A3-420D-92FD-6ECDA841D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310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5BAE-4263-4283-B2A2-6ED9529A11A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E0C0-C7A3-420D-92FD-6ECDA841D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676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5BAE-4263-4283-B2A2-6ED9529A11A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E0C0-C7A3-420D-92FD-6ECDA841D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65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5BAE-4263-4283-B2A2-6ED9529A11A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E0C0-C7A3-420D-92FD-6ECDA841D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51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5BAE-4263-4283-B2A2-6ED9529A11A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E0C0-C7A3-420D-92FD-6ECDA841D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31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65BAE-4263-4283-B2A2-6ED9529A11A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EE0C0-C7A3-420D-92FD-6ECDA841DB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2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5" y="130969"/>
            <a:ext cx="11394830" cy="659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11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오늘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퀘스트</a:t>
            </a:r>
            <a:endParaRPr lang="en-US" altLang="ko-KR" smtClean="0"/>
          </a:p>
          <a:p>
            <a:pPr lvl="1"/>
            <a:r>
              <a:rPr lang="en-US" altLang="ko-KR" smtClean="0"/>
              <a:t>[WOW] </a:t>
            </a:r>
            <a:r>
              <a:rPr lang="ko-KR" altLang="en-US" smtClean="0"/>
              <a:t>이후에</a:t>
            </a:r>
            <a:r>
              <a:rPr lang="en-US" altLang="ko-KR" smtClean="0"/>
              <a:t>(?) </a:t>
            </a:r>
            <a:r>
              <a:rPr lang="ko-KR" altLang="en-US" smtClean="0"/>
              <a:t>메인</a:t>
            </a:r>
            <a:r>
              <a:rPr lang="en-US" altLang="ko-KR" smtClean="0"/>
              <a:t>/</a:t>
            </a:r>
            <a:r>
              <a:rPr lang="ko-KR" altLang="en-US" smtClean="0"/>
              <a:t>서브 퀘스트를 통해 시나리오</a:t>
            </a:r>
            <a:r>
              <a:rPr lang="en-US" altLang="ko-KR" smtClean="0"/>
              <a:t>(</a:t>
            </a:r>
            <a:r>
              <a:rPr lang="ko-KR" altLang="en-US" smtClean="0"/>
              <a:t>이야기적으로</a:t>
            </a:r>
            <a:r>
              <a:rPr lang="en-US" altLang="ko-KR" smtClean="0"/>
              <a:t>) </a:t>
            </a:r>
            <a:r>
              <a:rPr lang="ko-KR" altLang="en-US" smtClean="0"/>
              <a:t>콘텐츠를 소모시키기 시작했다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퀘스트로 성장하는 속도가 일반 전투로 성장하는 속도보다 </a:t>
            </a:r>
            <a:r>
              <a:rPr lang="en-US" altLang="ko-KR" smtClean="0"/>
              <a:t>1.5~3</a:t>
            </a:r>
            <a:r>
              <a:rPr lang="ko-KR" altLang="en-US" smtClean="0"/>
              <a:t>배 정도 더 빠르다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레벨업에 필요한 퀘스트의 개수를 적어보자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퀘스트로 레벨업하는 시간을 잘 계산해보자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퀘스트 보상 경험치량 </a:t>
            </a:r>
            <a:r>
              <a:rPr lang="en-US" altLang="ko-KR" smtClean="0"/>
              <a:t>: </a:t>
            </a:r>
            <a:r>
              <a:rPr lang="ko-KR" altLang="en-US" smtClean="0"/>
              <a:t>평균 </a:t>
            </a:r>
            <a:r>
              <a:rPr lang="en-US" altLang="ko-KR" smtClean="0"/>
              <a:t>or 1</a:t>
            </a:r>
            <a:r>
              <a:rPr lang="ko-KR" altLang="en-US" smtClean="0"/>
              <a:t>분당 주는 경험치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05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오늘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2. </a:t>
            </a:r>
            <a:r>
              <a:rPr lang="ko-KR" altLang="en-US" smtClean="0"/>
              <a:t>콘텐츠를 소모하는 흐름에 영향을 주는 요소들</a:t>
            </a:r>
            <a:endParaRPr lang="en-US" altLang="ko-KR" smtClean="0"/>
          </a:p>
          <a:p>
            <a:pPr lvl="1"/>
            <a:r>
              <a:rPr lang="en-US" altLang="ko-KR" b="1" smtClean="0"/>
              <a:t>Full</a:t>
            </a:r>
            <a:r>
              <a:rPr lang="en-US" altLang="ko-KR" smtClean="0"/>
              <a:t> </a:t>
            </a:r>
            <a:r>
              <a:rPr lang="ko-KR" altLang="en-US" smtClean="0"/>
              <a:t>파티 플레이 보상 </a:t>
            </a:r>
            <a:r>
              <a:rPr lang="en-US" altLang="ko-KR" smtClean="0"/>
              <a:t>=&gt; </a:t>
            </a:r>
            <a:r>
              <a:rPr lang="ko-KR" altLang="en-US" smtClean="0"/>
              <a:t>유저간의 커뮤니티가 활성화되도록 </a:t>
            </a:r>
            <a:r>
              <a:rPr lang="en-US" altLang="ko-KR" smtClean="0"/>
              <a:t>full </a:t>
            </a:r>
            <a:r>
              <a:rPr lang="ko-KR" altLang="en-US" smtClean="0"/>
              <a:t>파티를 유도하는 장치</a:t>
            </a:r>
            <a:endParaRPr lang="en-US" altLang="ko-KR" smtClean="0"/>
          </a:p>
          <a:p>
            <a:pPr lvl="1"/>
            <a:r>
              <a:rPr lang="ko-KR" altLang="en-US" b="1" smtClean="0"/>
              <a:t>전직 퀘스트</a:t>
            </a:r>
            <a:r>
              <a:rPr lang="en-US" altLang="ko-KR" b="1" smtClean="0"/>
              <a:t>(</a:t>
            </a:r>
            <a:r>
              <a:rPr lang="ko-KR" altLang="en-US" b="1" smtClean="0"/>
              <a:t>관문</a:t>
            </a:r>
            <a:r>
              <a:rPr lang="en-US" altLang="ko-KR" b="1" smtClean="0"/>
              <a:t>)</a:t>
            </a:r>
            <a:r>
              <a:rPr lang="ko-KR" altLang="en-US" b="1" smtClean="0"/>
              <a:t> </a:t>
            </a:r>
            <a:r>
              <a:rPr lang="en-US" altLang="ko-KR" smtClean="0"/>
              <a:t>=&gt; </a:t>
            </a:r>
            <a:r>
              <a:rPr lang="ko-KR" altLang="en-US" smtClean="0"/>
              <a:t>유저의 콘텐츠의 이해도와 조작숙련도가 일정 수준 이상으로 준비됐는 지를 확인하는 테스트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=&gt; but </a:t>
            </a:r>
            <a:r>
              <a:rPr lang="ko-KR" altLang="en-US" smtClean="0"/>
              <a:t>요새는 변질돼서 스토리와 연출만 끝짱나게 보여주고 모두가 쉽게 전직 가능  ∴실력이 준비되지 않은 사람들도 상위 콘텐츠로 넘어올 수 있음</a:t>
            </a:r>
            <a:endParaRPr lang="en-US" altLang="ko-KR" smtClean="0"/>
          </a:p>
          <a:p>
            <a:pPr lvl="1"/>
            <a:r>
              <a:rPr lang="en-US" altLang="ko-KR" b="1" smtClean="0"/>
              <a:t>Kill </a:t>
            </a:r>
            <a:r>
              <a:rPr lang="ko-KR" altLang="en-US" b="1" smtClean="0"/>
              <a:t>이벤트</a:t>
            </a:r>
            <a:r>
              <a:rPr lang="en-US" altLang="ko-KR" b="1" smtClean="0"/>
              <a:t>(</a:t>
            </a:r>
            <a:r>
              <a:rPr lang="ko-KR" altLang="en-US" b="1" smtClean="0"/>
              <a:t>관문</a:t>
            </a:r>
            <a:r>
              <a:rPr lang="en-US" altLang="ko-KR" b="1" smtClean="0"/>
              <a:t>) </a:t>
            </a:r>
            <a:r>
              <a:rPr lang="en-US" altLang="ko-KR" smtClean="0"/>
              <a:t>: </a:t>
            </a:r>
            <a:r>
              <a:rPr lang="ko-KR" altLang="en-US" smtClean="0"/>
              <a:t>예</a:t>
            </a:r>
            <a:r>
              <a:rPr lang="en-US" altLang="ko-KR" smtClean="0"/>
              <a:t>) 50</a:t>
            </a:r>
            <a:r>
              <a:rPr lang="ko-KR" altLang="en-US" smtClean="0"/>
              <a:t> 레벨에 도달하면 특정 몬스터를 잡아야 한다</a:t>
            </a:r>
            <a:r>
              <a:rPr lang="en-US" altLang="ko-KR" smtClean="0"/>
              <a:t>. </a:t>
            </a:r>
            <a:r>
              <a:rPr lang="ko-KR" altLang="en-US" smtClean="0"/>
              <a:t>퀘스트로 주는 실력 테스트</a:t>
            </a:r>
            <a:r>
              <a:rPr lang="en-US" altLang="ko-KR" smtClean="0"/>
              <a:t>. </a:t>
            </a:r>
            <a:r>
              <a:rPr lang="ko-KR" altLang="en-US" smtClean="0"/>
              <a:t>통과하지 못하면</a:t>
            </a:r>
            <a:r>
              <a:rPr lang="en-US" altLang="ko-KR" smtClean="0"/>
              <a:t>, </a:t>
            </a:r>
            <a:r>
              <a:rPr lang="ko-KR" altLang="en-US" smtClean="0"/>
              <a:t>아무리 몬스터를 많이 잡아도 계속 </a:t>
            </a:r>
            <a:r>
              <a:rPr lang="en-US" altLang="ko-KR" smtClean="0"/>
              <a:t>50</a:t>
            </a:r>
            <a:r>
              <a:rPr lang="ko-KR" altLang="en-US" smtClean="0"/>
              <a:t>레벨에 머무른다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b="1" smtClean="0"/>
              <a:t>[</a:t>
            </a:r>
            <a:r>
              <a:rPr lang="ko-KR" altLang="en-US" b="1" smtClean="0"/>
              <a:t>중국</a:t>
            </a:r>
            <a:r>
              <a:rPr lang="en-US" altLang="ko-KR" b="1" smtClean="0"/>
              <a:t>]</a:t>
            </a:r>
            <a:r>
              <a:rPr lang="ko-KR" altLang="en-US" b="1" smtClean="0"/>
              <a:t>사제</a:t>
            </a:r>
            <a:r>
              <a:rPr lang="en-US" altLang="ko-KR" b="1" smtClean="0"/>
              <a:t>, </a:t>
            </a:r>
            <a:r>
              <a:rPr lang="ko-KR" altLang="en-US" b="1" smtClean="0"/>
              <a:t>연인</a:t>
            </a:r>
            <a:r>
              <a:rPr lang="en-US" altLang="ko-KR" b="1" smtClean="0"/>
              <a:t>, </a:t>
            </a:r>
            <a:r>
              <a:rPr lang="ko-KR" altLang="en-US" b="1" smtClean="0"/>
              <a:t>자식 등 유저간 혹은 </a:t>
            </a:r>
            <a:r>
              <a:rPr lang="en-US" altLang="ko-KR" b="1" smtClean="0"/>
              <a:t>NPC</a:t>
            </a:r>
            <a:r>
              <a:rPr lang="ko-KR" altLang="en-US" b="1" smtClean="0"/>
              <a:t>와 관계를 맺는 시스템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en-US" altLang="ko-KR" smtClean="0"/>
              <a:t>=&gt;</a:t>
            </a:r>
            <a:r>
              <a:rPr lang="ko-KR" altLang="en-US" smtClean="0"/>
              <a:t>이런 커뮤니티 시스템이 콘텐츠 소모 속도를 올려준다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634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 작업까지 완료한다면 내가 말할 수 있는 것들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우리 게임에서 만렙이 언제 나오니</a:t>
            </a:r>
            <a:r>
              <a:rPr lang="en-US" altLang="ko-KR" smtClean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(</a:t>
            </a:r>
            <a:r>
              <a:rPr lang="ko-KR" altLang="en-US" smtClean="0"/>
              <a:t>콘솔 게임에서</a:t>
            </a:r>
            <a:r>
              <a:rPr lang="en-US" altLang="ko-KR" smtClean="0"/>
              <a:t>) </a:t>
            </a:r>
            <a:r>
              <a:rPr lang="ko-KR" altLang="en-US" smtClean="0"/>
              <a:t>엔딩까지 얼마나 걸리니</a:t>
            </a:r>
            <a:r>
              <a:rPr lang="en-US" altLang="ko-KR" smtClean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이 게임의 난이도가 어느 정도니</a:t>
            </a:r>
            <a:r>
              <a:rPr lang="en-US" altLang="ko-KR" smtClean="0"/>
              <a:t>?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103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342" y="174947"/>
            <a:ext cx="9301316" cy="650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추가 사항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수치의 </a:t>
            </a:r>
            <a:r>
              <a:rPr lang="en-US" altLang="ko-KR" smtClean="0"/>
              <a:t>‘</a:t>
            </a:r>
            <a:r>
              <a:rPr lang="ko-KR" altLang="en-US" smtClean="0"/>
              <a:t>변곡점</a:t>
            </a:r>
            <a:r>
              <a:rPr lang="en-US" altLang="ko-KR" smtClean="0"/>
              <a:t>‘</a:t>
            </a:r>
            <a:r>
              <a:rPr lang="ko-KR" altLang="en-US" smtClean="0"/>
              <a:t>이 있다면</a:t>
            </a:r>
            <a:r>
              <a:rPr lang="en-US" altLang="ko-KR" smtClean="0"/>
              <a:t>, ‘</a:t>
            </a:r>
            <a:r>
              <a:rPr lang="ko-KR" altLang="en-US" smtClean="0"/>
              <a:t>메모</a:t>
            </a:r>
            <a:r>
              <a:rPr lang="en-US" altLang="ko-KR" smtClean="0"/>
              <a:t>’</a:t>
            </a:r>
            <a:r>
              <a:rPr lang="ko-KR" altLang="en-US" smtClean="0"/>
              <a:t>를 통해 수치 변화의 이유를 적어주자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적당한 위치에 그래프를 삽입하자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289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150</Words>
  <Application>Microsoft Office PowerPoint</Application>
  <PresentationFormat>와이드스크린</PresentationFormat>
  <Paragraphs>20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오늘 할 것</vt:lpstr>
      <vt:lpstr>오늘 할 것</vt:lpstr>
      <vt:lpstr>이 작업까지 완료한다면 내가 말할 수 있는 것들</vt:lpstr>
      <vt:lpstr>PowerPoint 프레젠테이션</vt:lpstr>
      <vt:lpstr>추가 사항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5</cp:revision>
  <dcterms:created xsi:type="dcterms:W3CDTF">2026-07-28T04:59:49Z</dcterms:created>
  <dcterms:modified xsi:type="dcterms:W3CDTF">2026-07-28T06:51:17Z</dcterms:modified>
</cp:coreProperties>
</file>