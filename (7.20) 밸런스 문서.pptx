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4" d="100"/>
          <a:sy n="54" d="100"/>
        </p:scale>
        <p:origin x="90" y="12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CF845-31A0-4D30-A84B-1F7E1FAEDEFA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9A6A7-5A37-4D39-942B-9315C748E8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048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CF845-31A0-4D30-A84B-1F7E1FAEDEFA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9A6A7-5A37-4D39-942B-9315C748E8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5476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CF845-31A0-4D30-A84B-1F7E1FAEDEFA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9A6A7-5A37-4D39-942B-9315C748E8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51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CF845-31A0-4D30-A84B-1F7E1FAEDEFA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9A6A7-5A37-4D39-942B-9315C748E8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8168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CF845-31A0-4D30-A84B-1F7E1FAEDEFA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9A6A7-5A37-4D39-942B-9315C748E8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0196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CF845-31A0-4D30-A84B-1F7E1FAEDEFA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9A6A7-5A37-4D39-942B-9315C748E8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9221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CF845-31A0-4D30-A84B-1F7E1FAEDEFA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9A6A7-5A37-4D39-942B-9315C748E8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309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CF845-31A0-4D30-A84B-1F7E1FAEDEFA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9A6A7-5A37-4D39-942B-9315C748E8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6702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CF845-31A0-4D30-A84B-1F7E1FAEDEFA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9A6A7-5A37-4D39-942B-9315C748E8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345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CF845-31A0-4D30-A84B-1F7E1FAEDEFA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9A6A7-5A37-4D39-942B-9315C748E8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2306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CF845-31A0-4D30-A84B-1F7E1FAEDEFA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9A6A7-5A37-4D39-942B-9315C748E8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3353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5CF845-31A0-4D30-A84B-1F7E1FAEDEFA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E9A6A7-5A37-4D39-942B-9315C748E8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4356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저번 시간까지의 판서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583834"/>
            <a:ext cx="7761249" cy="527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238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744019"/>
            <a:ext cx="11506200" cy="5369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363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smtClean="0"/>
              <a:t>조작난이도</a:t>
            </a:r>
            <a:r>
              <a:rPr lang="ko-KR" altLang="en-US" smtClean="0"/>
              <a:t>와 </a:t>
            </a:r>
            <a:r>
              <a:rPr lang="ko-KR" altLang="en-US" b="1" smtClean="0"/>
              <a:t>재미율</a:t>
            </a:r>
            <a:endParaRPr lang="ko-KR" altLang="en-US" b="1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smtClean="0"/>
              <a:t>1~10</a:t>
            </a:r>
            <a:r>
              <a:rPr lang="ko-KR" altLang="en-US" smtClean="0"/>
              <a:t>까지의 값의 </a:t>
            </a:r>
            <a:r>
              <a:rPr lang="en-US" altLang="ko-KR" smtClean="0"/>
              <a:t>value</a:t>
            </a:r>
          </a:p>
          <a:p>
            <a:r>
              <a:rPr lang="ko-KR" altLang="en-US" smtClean="0"/>
              <a:t>유아용 게임은 난이도가 </a:t>
            </a:r>
            <a:r>
              <a:rPr lang="en-US" altLang="ko-KR" smtClean="0"/>
              <a:t>1</a:t>
            </a:r>
            <a:r>
              <a:rPr lang="ko-KR" altLang="en-US" smtClean="0"/>
              <a:t>부터 </a:t>
            </a:r>
            <a:r>
              <a:rPr lang="en-US" altLang="ko-KR" smtClean="0"/>
              <a:t>1</a:t>
            </a:r>
            <a:r>
              <a:rPr lang="ko-KR" altLang="en-US" smtClean="0"/>
              <a:t>씩 올라가겠지만</a:t>
            </a:r>
            <a:r>
              <a:rPr lang="en-US" altLang="ko-KR" smtClean="0"/>
              <a:t>,</a:t>
            </a:r>
            <a:br>
              <a:rPr lang="en-US" altLang="ko-KR" smtClean="0"/>
            </a:br>
            <a:r>
              <a:rPr lang="ko-KR" altLang="en-US" smtClean="0"/>
              <a:t>청소년 이상을 대상으로 하는 게임의 난이도는 처음부터 어렵게 만들 수도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각 미션의 난이도는 해당 구간의 </a:t>
            </a:r>
            <a:r>
              <a:rPr lang="en-US" altLang="ko-KR" smtClean="0"/>
              <a:t>‘</a:t>
            </a:r>
            <a:r>
              <a:rPr lang="ko-KR" altLang="en-US" smtClean="0"/>
              <a:t>평균</a:t>
            </a:r>
            <a:r>
              <a:rPr lang="en-US" altLang="ko-KR" smtClean="0"/>
              <a:t>’ </a:t>
            </a:r>
            <a:r>
              <a:rPr lang="ko-KR" altLang="en-US" smtClean="0"/>
              <a:t>난이도다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난이도가 어려우면</a:t>
            </a:r>
            <a:r>
              <a:rPr lang="en-US" altLang="ko-KR" smtClean="0"/>
              <a:t>, </a:t>
            </a:r>
            <a:r>
              <a:rPr lang="ko-KR" altLang="en-US" smtClean="0"/>
              <a:t>그만큼 재미를 주면 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혹은 그 전에 재미를 주면서</a:t>
            </a:r>
            <a:r>
              <a:rPr lang="en-US" altLang="ko-KR" smtClean="0"/>
              <a:t>, </a:t>
            </a:r>
            <a:r>
              <a:rPr lang="ko-KR" altLang="en-US" smtClean="0"/>
              <a:t>어려움을 극복하면 엄청 재밌을 거라는 기대감을 줄 수도 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이 두 값은 </a:t>
            </a:r>
            <a:r>
              <a:rPr lang="en-US" altLang="ko-KR" smtClean="0"/>
              <a:t>‘</a:t>
            </a:r>
            <a:r>
              <a:rPr lang="ko-KR" altLang="en-US" smtClean="0"/>
              <a:t>정성적인 값</a:t>
            </a:r>
            <a:r>
              <a:rPr lang="en-US" altLang="ko-KR" smtClean="0"/>
              <a:t>‘ , </a:t>
            </a:r>
            <a:r>
              <a:rPr lang="ko-KR" altLang="en-US" smtClean="0"/>
              <a:t>즉 기획자가 </a:t>
            </a:r>
            <a:r>
              <a:rPr lang="en-US" altLang="ko-KR" smtClean="0"/>
              <a:t>‘</a:t>
            </a:r>
            <a:r>
              <a:rPr lang="ko-KR" altLang="en-US" smtClean="0"/>
              <a:t>이랬으면 좋겠어</a:t>
            </a:r>
            <a:r>
              <a:rPr lang="en-US" altLang="ko-KR" smtClean="0"/>
              <a:t>’</a:t>
            </a:r>
            <a:r>
              <a:rPr lang="ko-KR" altLang="en-US" smtClean="0"/>
              <a:t>라는 생각으로 수치를 적는 것이다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반드시 게임의 처음부터 엔딩까지 다 채워야 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7696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밸런스 서적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카이스트 출신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8923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컨텐츠 제시 순서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‘</a:t>
            </a:r>
            <a:r>
              <a:rPr lang="ko-KR" altLang="en-US" smtClean="0"/>
              <a:t>레벨</a:t>
            </a:r>
            <a:r>
              <a:rPr lang="en-US" altLang="ko-KR" smtClean="0"/>
              <a:t>’</a:t>
            </a:r>
            <a:r>
              <a:rPr lang="ko-KR" altLang="en-US" smtClean="0"/>
              <a:t>이 있다면 레벨을 적으면 되지만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레벨이 없다면</a:t>
            </a:r>
            <a:endParaRPr lang="en-US" altLang="ko-KR" smtClean="0"/>
          </a:p>
          <a:p>
            <a:r>
              <a:rPr lang="ko-KR" altLang="en-US" smtClean="0"/>
              <a:t>순서를 숫자로 적어주면 된다</a:t>
            </a:r>
            <a:r>
              <a:rPr lang="en-US" altLang="ko-KR" smtClean="0"/>
              <a:t>. </a:t>
            </a:r>
            <a:r>
              <a:rPr lang="ko-KR" altLang="en-US" smtClean="0"/>
              <a:t>넘버링</a:t>
            </a:r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1657426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미션 </a:t>
            </a:r>
            <a:r>
              <a:rPr lang="en-US" altLang="ko-KR" smtClean="0"/>
              <a:t>(</a:t>
            </a:r>
            <a:r>
              <a:rPr lang="ko-KR" altLang="en-US" smtClean="0"/>
              <a:t>제목이면서 핵심내용</a:t>
            </a:r>
            <a:r>
              <a:rPr lang="en-US" altLang="ko-KR" smtClean="0"/>
              <a:t>)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컨텐츠 해금 순서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플레이해야 하는 내용이 보이게 적는다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0724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방해요소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넣고 싶은 미션이나 업적</a:t>
            </a:r>
            <a:endParaRPr lang="en-US" altLang="ko-KR" smtClean="0"/>
          </a:p>
          <a:p>
            <a:r>
              <a:rPr lang="ko-KR" altLang="en-US" smtClean="0"/>
              <a:t>공략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7038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방해요소 공략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방해요소의 공략 방법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실질적으로 가장 중요한 부분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달성해야할 목적이라기보다는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어떻게 하면 달성할 수 있는 지에 대한 방법을 적으면 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6083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방해요인의 난이도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조작난이도를 보고 고민해야 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2793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미션개수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밸런스는 </a:t>
            </a:r>
            <a:r>
              <a:rPr lang="en-US" altLang="ko-KR" smtClean="0"/>
              <a:t>‘</a:t>
            </a:r>
            <a:r>
              <a:rPr lang="ko-KR" altLang="en-US" smtClean="0"/>
              <a:t>시간</a:t>
            </a:r>
            <a:r>
              <a:rPr lang="en-US" altLang="ko-KR" smtClean="0"/>
              <a:t>＇</a:t>
            </a:r>
            <a:r>
              <a:rPr lang="ko-KR" altLang="en-US" smtClean="0"/>
              <a:t>과 </a:t>
            </a:r>
            <a:r>
              <a:rPr lang="en-US" altLang="ko-KR" smtClean="0"/>
              <a:t>‘</a:t>
            </a:r>
            <a:r>
              <a:rPr lang="ko-KR" altLang="en-US" smtClean="0"/>
              <a:t>난이도</a:t>
            </a:r>
            <a:r>
              <a:rPr lang="en-US" altLang="ko-KR" smtClean="0"/>
              <a:t>＇</a:t>
            </a:r>
            <a:r>
              <a:rPr lang="ko-KR" altLang="en-US" smtClean="0"/>
              <a:t>로 설계해야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즉</a:t>
            </a:r>
            <a:r>
              <a:rPr lang="en-US" altLang="ko-KR" smtClean="0"/>
              <a:t>, </a:t>
            </a:r>
            <a:r>
              <a:rPr lang="ko-KR" altLang="en-US" smtClean="0"/>
              <a:t>미션의 개수는 시간까지 고려해서 만들자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1386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미션조건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방해요소 공략과 비슷할 수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여기는 달성해야 하는 목적을 적으면 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실패를 체크하는 경우</a:t>
            </a:r>
            <a:endParaRPr lang="en-US" altLang="ko-KR" smtClean="0"/>
          </a:p>
          <a:p>
            <a:r>
              <a:rPr lang="ko-KR" altLang="en-US" smtClean="0"/>
              <a:t>실패했을 때 패널티를 추가해도 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8833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난이도 보정 컨텐츠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484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7129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126</Words>
  <Application>Microsoft Office PowerPoint</Application>
  <PresentationFormat>와이드스크린</PresentationFormat>
  <Paragraphs>42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저번 시간까지의 판서</vt:lpstr>
      <vt:lpstr>PowerPoint 프레젠테이션</vt:lpstr>
      <vt:lpstr>조작난이도와 재미율</vt:lpstr>
      <vt:lpstr>밸런스 서적</vt:lpstr>
      <vt:lpstr>컨텐츠 제시 순서</vt:lpstr>
      <vt:lpstr>미션 (제목이면서 핵심내용)</vt:lpstr>
      <vt:lpstr>방해요소</vt:lpstr>
      <vt:lpstr>방해요소 공략</vt:lpstr>
      <vt:lpstr>방해요인의 난이도</vt:lpstr>
      <vt:lpstr>미션개수</vt:lpstr>
      <vt:lpstr>미션조건</vt:lpstr>
      <vt:lpstr>난이도 보정 컨텐츠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2시 25분까지 배웠던 내용 복습</dc:title>
  <dc:creator>FullName</dc:creator>
  <cp:lastModifiedBy>FullName</cp:lastModifiedBy>
  <cp:revision>5</cp:revision>
  <dcterms:created xsi:type="dcterms:W3CDTF">2026-07-20T05:08:33Z</dcterms:created>
  <dcterms:modified xsi:type="dcterms:W3CDTF">2026-07-20T06:51:17Z</dcterms:modified>
</cp:coreProperties>
</file>