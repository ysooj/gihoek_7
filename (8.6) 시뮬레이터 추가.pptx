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54" y="6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160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49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679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669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90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2761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4041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740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226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6124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08AD21-75DB-47FE-BC5B-5129809C90A3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55734-4ADC-4CED-A7C5-00786B6662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748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69" y="647701"/>
            <a:ext cx="11906462" cy="5562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401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36" y="1447800"/>
            <a:ext cx="11726728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7687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시뮬레이터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(</a:t>
            </a:r>
            <a:r>
              <a:rPr lang="ko-KR" altLang="en-US" smtClean="0"/>
              <a:t>밸런스</a:t>
            </a:r>
            <a:r>
              <a:rPr lang="en-US" altLang="ko-KR" smtClean="0"/>
              <a:t>)</a:t>
            </a:r>
            <a:r>
              <a:rPr lang="ko-KR" altLang="en-US" smtClean="0"/>
              <a:t>시뮬레이터</a:t>
            </a:r>
            <a:r>
              <a:rPr lang="en-US" altLang="ko-KR" smtClean="0"/>
              <a:t>(</a:t>
            </a:r>
            <a:r>
              <a:rPr lang="ko-KR" altLang="en-US" smtClean="0"/>
              <a:t>모의 전투</a:t>
            </a:r>
            <a:r>
              <a:rPr lang="en-US" altLang="ko-KR" smtClean="0"/>
              <a:t>)</a:t>
            </a:r>
            <a:r>
              <a:rPr lang="ko-KR" altLang="en-US" smtClean="0"/>
              <a:t>라는 이름의 시트를 만든다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수식 </a:t>
            </a:r>
            <a:r>
              <a:rPr lang="en-US" altLang="ko-KR" smtClean="0"/>
              <a:t>-&gt; </a:t>
            </a:r>
            <a:r>
              <a:rPr lang="ko-KR" altLang="en-US" smtClean="0"/>
              <a:t>정의된 이름 </a:t>
            </a:r>
            <a:r>
              <a:rPr lang="en-US" altLang="ko-KR" smtClean="0"/>
              <a:t>-&gt; </a:t>
            </a:r>
            <a:r>
              <a:rPr lang="ko-KR" altLang="en-US" smtClean="0"/>
              <a:t>이름관리자</a:t>
            </a:r>
            <a:endParaRPr lang="en-US" altLang="ko-KR" smtClean="0"/>
          </a:p>
          <a:p>
            <a:pPr lvl="1"/>
            <a:r>
              <a:rPr lang="ko-KR" altLang="en-US" smtClean="0"/>
              <a:t>몬스터</a:t>
            </a:r>
            <a:r>
              <a:rPr lang="en-US" altLang="ko-KR" smtClean="0"/>
              <a:t>_</a:t>
            </a:r>
            <a:r>
              <a:rPr lang="ko-KR" altLang="en-US" smtClean="0"/>
              <a:t>이름</a:t>
            </a:r>
            <a:endParaRPr lang="en-US" altLang="ko-KR" smtClean="0"/>
          </a:p>
          <a:p>
            <a:pPr lvl="1"/>
            <a:r>
              <a:rPr lang="ko-KR" altLang="en-US" smtClean="0"/>
              <a:t>몬스터</a:t>
            </a:r>
            <a:r>
              <a:rPr lang="en-US" altLang="ko-KR" smtClean="0"/>
              <a:t>_</a:t>
            </a:r>
            <a:r>
              <a:rPr lang="ko-KR" altLang="en-US" smtClean="0"/>
              <a:t>이미지</a:t>
            </a:r>
            <a:endParaRPr lang="en-US" altLang="ko-KR" smtClean="0"/>
          </a:p>
          <a:p>
            <a:r>
              <a:rPr lang="ko-KR" altLang="en-US" smtClean="0"/>
              <a:t>데이터 </a:t>
            </a:r>
            <a:r>
              <a:rPr lang="en-US" altLang="ko-KR" smtClean="0"/>
              <a:t>-&gt; </a:t>
            </a:r>
            <a:r>
              <a:rPr lang="ko-KR" altLang="en-US" smtClean="0"/>
              <a:t>데이터 유효성 검사</a:t>
            </a:r>
            <a:endParaRPr lang="en-US" altLang="ko-KR" smtClean="0"/>
          </a:p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6679" y="3304679"/>
            <a:ext cx="3915321" cy="355332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2926" y="4305300"/>
            <a:ext cx="3211640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455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3101"/>
            <a:ext cx="12192000" cy="5711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682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시뮬레이터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‘</a:t>
            </a:r>
            <a:r>
              <a:rPr lang="ko-KR" altLang="en-US" smtClean="0"/>
              <a:t>몬스터 가져오기</a:t>
            </a:r>
            <a:r>
              <a:rPr lang="en-US" altLang="ko-KR" smtClean="0"/>
              <a:t>’ </a:t>
            </a:r>
            <a:r>
              <a:rPr lang="ko-KR" altLang="en-US" smtClean="0"/>
              <a:t>이름 관리자 추가</a:t>
            </a:r>
            <a:endParaRPr lang="en-US" altLang="ko-KR" smtClean="0"/>
          </a:p>
          <a:p>
            <a:r>
              <a:rPr lang="en-US" altLang="ko-KR" smtClean="0"/>
              <a:t>INDEX</a:t>
            </a:r>
            <a:r>
              <a:rPr lang="ko-KR" altLang="en-US" smtClean="0"/>
              <a:t>와 </a:t>
            </a:r>
            <a:r>
              <a:rPr lang="en-US" altLang="ko-KR" smtClean="0"/>
              <a:t>MATCH </a:t>
            </a:r>
            <a:r>
              <a:rPr lang="ko-KR" altLang="en-US" smtClean="0"/>
              <a:t>함수 사용</a:t>
            </a:r>
            <a:endParaRPr lang="en-US" altLang="ko-KR" smtClean="0"/>
          </a:p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253" y="3323732"/>
            <a:ext cx="6782747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332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시뮬레이터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33400" y="1825625"/>
            <a:ext cx="11125200" cy="4351338"/>
          </a:xfrm>
        </p:spPr>
        <p:txBody>
          <a:bodyPr/>
          <a:lstStyle/>
          <a:p>
            <a:r>
              <a:rPr lang="ko-KR" altLang="en-US" smtClean="0"/>
              <a:t>아무 이미지나 복붙해서 불러온 이미지가 보일 영역을 잡아준다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이미지를 우클릭해서 </a:t>
            </a:r>
            <a:r>
              <a:rPr lang="en-US" altLang="ko-KR" smtClean="0"/>
              <a:t>‘=</a:t>
            </a:r>
            <a:r>
              <a:rPr lang="ko-KR" altLang="en-US" smtClean="0"/>
              <a:t>몬스터</a:t>
            </a:r>
            <a:r>
              <a:rPr lang="en-US" altLang="ko-KR" smtClean="0"/>
              <a:t>_</a:t>
            </a:r>
            <a:r>
              <a:rPr lang="ko-KR" altLang="en-US" smtClean="0"/>
              <a:t>가져오기</a:t>
            </a:r>
            <a:r>
              <a:rPr lang="en-US" altLang="ko-KR" smtClean="0"/>
              <a:t>’</a:t>
            </a:r>
            <a:r>
              <a:rPr lang="ko-KR" altLang="en-US" smtClean="0"/>
              <a:t>를 적고 엔터 치면</a:t>
            </a:r>
            <a:r>
              <a:rPr lang="en-US" altLang="ko-KR" smtClean="0"/>
              <a:t>, </a:t>
            </a:r>
            <a:r>
              <a:rPr lang="ko-KR" altLang="en-US" smtClean="0"/>
              <a:t>몬스터 이름을 선택할 때마다 몬스터 이미지가 해당 몬스터 이미지로 바뀜</a:t>
            </a:r>
            <a:r>
              <a:rPr lang="en-US" altLang="ko-KR" smtClean="0"/>
              <a:t>.</a:t>
            </a:r>
          </a:p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0505" y="3278670"/>
            <a:ext cx="5141495" cy="3579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732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2460788"/>
            <a:ext cx="11506200" cy="193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929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VLOOKUP </a:t>
            </a:r>
            <a:r>
              <a:rPr lang="ko-KR" altLang="en-US" smtClean="0"/>
              <a:t>함수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11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1" y="877253"/>
            <a:ext cx="10744198" cy="510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94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79</Words>
  <Application>Microsoft Office PowerPoint</Application>
  <PresentationFormat>와이드스크린</PresentationFormat>
  <Paragraphs>13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시뮬레이터</vt:lpstr>
      <vt:lpstr>PowerPoint 프레젠테이션</vt:lpstr>
      <vt:lpstr>시뮬레이터</vt:lpstr>
      <vt:lpstr>시뮬레이터</vt:lpstr>
      <vt:lpstr>PowerPoint 프레젠테이션</vt:lpstr>
      <vt:lpstr>VLOOKUP 함수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5</cp:revision>
  <dcterms:created xsi:type="dcterms:W3CDTF">2026-08-06T04:59:54Z</dcterms:created>
  <dcterms:modified xsi:type="dcterms:W3CDTF">2026-08-06T07:03:54Z</dcterms:modified>
</cp:coreProperties>
</file>