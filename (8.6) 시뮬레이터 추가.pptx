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1" r:id="rId5"/>
    <p:sldId id="260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DCD620-D8E2-4024-993F-37740BC838FD}" v="1" dt="2026-08-06T23:45:44.7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25" d="100"/>
          <a:sy n="25" d="100"/>
        </p:scale>
        <p:origin x="2562" y="12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sukie52@gmail.com" userId="017bd91f96aa8751" providerId="LiveId" clId="{5B2C3894-F97E-4CAB-8812-5BB4D83AAC6A}"/>
    <pc:docChg chg="undo custSel addSld delSld modSld sldOrd">
      <pc:chgData name="musukie52@gmail.com" userId="017bd91f96aa8751" providerId="LiveId" clId="{5B2C3894-F97E-4CAB-8812-5BB4D83AAC6A}" dt="2026-08-09T02:11:50.716" v="11" actId="14100"/>
      <pc:docMkLst>
        <pc:docMk/>
      </pc:docMkLst>
      <pc:sldChg chg="add del ord">
        <pc:chgData name="musukie52@gmail.com" userId="017bd91f96aa8751" providerId="LiveId" clId="{5B2C3894-F97E-4CAB-8812-5BB4D83AAC6A}" dt="2026-08-06T23:45:48.096" v="5"/>
        <pc:sldMkLst>
          <pc:docMk/>
          <pc:sldMk cId="2276401015" sldId="257"/>
        </pc:sldMkLst>
      </pc:sldChg>
      <pc:sldChg chg="add del ord">
        <pc:chgData name="musukie52@gmail.com" userId="017bd91f96aa8751" providerId="LiveId" clId="{5B2C3894-F97E-4CAB-8812-5BB4D83AAC6A}" dt="2026-08-06T23:46:03.819" v="9"/>
        <pc:sldMkLst>
          <pc:docMk/>
          <pc:sldMk cId="3334682513" sldId="260"/>
        </pc:sldMkLst>
      </pc:sldChg>
      <pc:sldChg chg="modSp mod">
        <pc:chgData name="musukie52@gmail.com" userId="017bd91f96aa8751" providerId="LiveId" clId="{5B2C3894-F97E-4CAB-8812-5BB4D83AAC6A}" dt="2026-08-09T02:11:50.716" v="11" actId="14100"/>
        <pc:sldMkLst>
          <pc:docMk/>
          <pc:sldMk cId="191094722" sldId="265"/>
        </pc:sldMkLst>
        <pc:picChg chg="mod">
          <ac:chgData name="musukie52@gmail.com" userId="017bd91f96aa8751" providerId="LiveId" clId="{5B2C3894-F97E-4CAB-8812-5BB4D83AAC6A}" dt="2026-08-09T02:11:50.716" v="11" actId="14100"/>
          <ac:picMkLst>
            <pc:docMk/>
            <pc:sldMk cId="191094722" sldId="265"/>
            <ac:picMk id="4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8AD21-75DB-47FE-BC5B-5129809C90A3}" type="datetimeFigureOut">
              <a:rPr lang="ko-KR" altLang="en-US" smtClean="0"/>
              <a:t>2026-08-09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55734-4ADC-4CED-A7C5-00786B6662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3160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8AD21-75DB-47FE-BC5B-5129809C90A3}" type="datetimeFigureOut">
              <a:rPr lang="ko-KR" altLang="en-US" smtClean="0"/>
              <a:t>2026-08-09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55734-4ADC-4CED-A7C5-00786B6662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4493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8AD21-75DB-47FE-BC5B-5129809C90A3}" type="datetimeFigureOut">
              <a:rPr lang="ko-KR" altLang="en-US" smtClean="0"/>
              <a:t>2026-08-09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55734-4ADC-4CED-A7C5-00786B6662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7679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8AD21-75DB-47FE-BC5B-5129809C90A3}" type="datetimeFigureOut">
              <a:rPr lang="ko-KR" altLang="en-US" smtClean="0"/>
              <a:t>2026-08-09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55734-4ADC-4CED-A7C5-00786B6662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669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8AD21-75DB-47FE-BC5B-5129809C90A3}" type="datetimeFigureOut">
              <a:rPr lang="ko-KR" altLang="en-US" smtClean="0"/>
              <a:t>2026-08-09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55734-4ADC-4CED-A7C5-00786B6662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790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8AD21-75DB-47FE-BC5B-5129809C90A3}" type="datetimeFigureOut">
              <a:rPr lang="ko-KR" altLang="en-US" smtClean="0"/>
              <a:t>2026-08-09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55734-4ADC-4CED-A7C5-00786B6662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2761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8AD21-75DB-47FE-BC5B-5129809C90A3}" type="datetimeFigureOut">
              <a:rPr lang="ko-KR" altLang="en-US" smtClean="0"/>
              <a:t>2026-08-09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55734-4ADC-4CED-A7C5-00786B6662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4041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8AD21-75DB-47FE-BC5B-5129809C90A3}" type="datetimeFigureOut">
              <a:rPr lang="ko-KR" altLang="en-US" smtClean="0"/>
              <a:t>2026-08-09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55734-4ADC-4CED-A7C5-00786B6662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2740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8AD21-75DB-47FE-BC5B-5129809C90A3}" type="datetimeFigureOut">
              <a:rPr lang="ko-KR" altLang="en-US" smtClean="0"/>
              <a:t>2026-08-09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55734-4ADC-4CED-A7C5-00786B6662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9226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8AD21-75DB-47FE-BC5B-5129809C90A3}" type="datetimeFigureOut">
              <a:rPr lang="ko-KR" altLang="en-US" smtClean="0"/>
              <a:t>2026-08-09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55734-4ADC-4CED-A7C5-00786B6662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6124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8AD21-75DB-47FE-BC5B-5129809C90A3}" type="datetimeFigureOut">
              <a:rPr lang="ko-KR" altLang="en-US" smtClean="0"/>
              <a:t>2026-08-09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55734-4ADC-4CED-A7C5-00786B6662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2685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08AD21-75DB-47FE-BC5B-5129809C90A3}" type="datetimeFigureOut">
              <a:rPr lang="ko-KR" altLang="en-US" smtClean="0"/>
              <a:t>2026-08-09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555734-4ADC-4CED-A7C5-00786B6662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3748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769" y="647701"/>
            <a:ext cx="11906462" cy="5562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4010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636" y="1447800"/>
            <a:ext cx="11726728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7687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시뮬레이터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(</a:t>
            </a:r>
            <a:r>
              <a:rPr lang="ko-KR" altLang="en-US"/>
              <a:t>밸런스</a:t>
            </a:r>
            <a:r>
              <a:rPr lang="en-US" altLang="ko-KR"/>
              <a:t>)</a:t>
            </a:r>
            <a:r>
              <a:rPr lang="ko-KR" altLang="en-US"/>
              <a:t>시뮬레이터</a:t>
            </a:r>
            <a:r>
              <a:rPr lang="en-US" altLang="ko-KR"/>
              <a:t>(</a:t>
            </a:r>
            <a:r>
              <a:rPr lang="ko-KR" altLang="en-US"/>
              <a:t>모의 전투</a:t>
            </a:r>
            <a:r>
              <a:rPr lang="en-US" altLang="ko-KR"/>
              <a:t>)</a:t>
            </a:r>
            <a:r>
              <a:rPr lang="ko-KR" altLang="en-US"/>
              <a:t>라는 이름의 시트를 만든다</a:t>
            </a:r>
            <a:r>
              <a:rPr lang="en-US" altLang="ko-KR"/>
              <a:t>.</a:t>
            </a:r>
          </a:p>
          <a:p>
            <a:r>
              <a:rPr lang="ko-KR" altLang="en-US"/>
              <a:t>수식 </a:t>
            </a:r>
            <a:r>
              <a:rPr lang="en-US" altLang="ko-KR"/>
              <a:t>-&gt; </a:t>
            </a:r>
            <a:r>
              <a:rPr lang="ko-KR" altLang="en-US"/>
              <a:t>정의된 이름 </a:t>
            </a:r>
            <a:r>
              <a:rPr lang="en-US" altLang="ko-KR"/>
              <a:t>-&gt; </a:t>
            </a:r>
            <a:r>
              <a:rPr lang="ko-KR" altLang="en-US"/>
              <a:t>이름관리자</a:t>
            </a:r>
            <a:endParaRPr lang="en-US" altLang="ko-KR"/>
          </a:p>
          <a:p>
            <a:pPr lvl="1"/>
            <a:r>
              <a:rPr lang="ko-KR" altLang="en-US"/>
              <a:t>몬스터</a:t>
            </a:r>
            <a:r>
              <a:rPr lang="en-US" altLang="ko-KR"/>
              <a:t>_</a:t>
            </a:r>
            <a:r>
              <a:rPr lang="ko-KR" altLang="en-US"/>
              <a:t>이름</a:t>
            </a:r>
            <a:endParaRPr lang="en-US" altLang="ko-KR"/>
          </a:p>
          <a:p>
            <a:pPr lvl="1"/>
            <a:r>
              <a:rPr lang="ko-KR" altLang="en-US"/>
              <a:t>몬스터</a:t>
            </a:r>
            <a:r>
              <a:rPr lang="en-US" altLang="ko-KR"/>
              <a:t>_</a:t>
            </a:r>
            <a:r>
              <a:rPr lang="ko-KR" altLang="en-US"/>
              <a:t>이미지</a:t>
            </a:r>
            <a:endParaRPr lang="en-US" altLang="ko-KR"/>
          </a:p>
          <a:p>
            <a:r>
              <a:rPr lang="ko-KR" altLang="en-US"/>
              <a:t>데이터 </a:t>
            </a:r>
            <a:r>
              <a:rPr lang="en-US" altLang="ko-KR"/>
              <a:t>-&gt; </a:t>
            </a:r>
            <a:r>
              <a:rPr lang="ko-KR" altLang="en-US"/>
              <a:t>데이터 유효성 검사</a:t>
            </a:r>
            <a:endParaRPr lang="en-US" altLang="ko-KR"/>
          </a:p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6679" y="3304679"/>
            <a:ext cx="3915321" cy="3553321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2926" y="4305300"/>
            <a:ext cx="3211640" cy="255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4551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시뮬레이터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‘</a:t>
            </a:r>
            <a:r>
              <a:rPr lang="ko-KR" altLang="en-US"/>
              <a:t>몬스터 가져오기</a:t>
            </a:r>
            <a:r>
              <a:rPr lang="en-US" altLang="ko-KR"/>
              <a:t>’ </a:t>
            </a:r>
            <a:r>
              <a:rPr lang="ko-KR" altLang="en-US"/>
              <a:t>이름 관리자 추가</a:t>
            </a:r>
            <a:endParaRPr lang="en-US" altLang="ko-KR"/>
          </a:p>
          <a:p>
            <a:r>
              <a:rPr lang="en-US" altLang="ko-KR"/>
              <a:t>INDEX</a:t>
            </a:r>
            <a:r>
              <a:rPr lang="ko-KR" altLang="en-US"/>
              <a:t>와 </a:t>
            </a:r>
            <a:r>
              <a:rPr lang="en-US" altLang="ko-KR"/>
              <a:t>MATCH </a:t>
            </a:r>
            <a:r>
              <a:rPr lang="ko-KR" altLang="en-US"/>
              <a:t>함수 사용</a:t>
            </a:r>
            <a:endParaRPr lang="en-US" altLang="ko-KR"/>
          </a:p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9253" y="3323732"/>
            <a:ext cx="6782747" cy="3534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3329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3101"/>
            <a:ext cx="12192000" cy="5711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6825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시뮬레이터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3400" y="1825625"/>
            <a:ext cx="11125200" cy="4351338"/>
          </a:xfrm>
        </p:spPr>
        <p:txBody>
          <a:bodyPr/>
          <a:lstStyle/>
          <a:p>
            <a:r>
              <a:rPr lang="ko-KR" altLang="en-US"/>
              <a:t>아무 이미지나 복붙해서 불러온 이미지가 보일 영역을 잡아준다</a:t>
            </a:r>
            <a:r>
              <a:rPr lang="en-US" altLang="ko-KR"/>
              <a:t>.</a:t>
            </a:r>
          </a:p>
          <a:p>
            <a:r>
              <a:rPr lang="ko-KR" altLang="en-US"/>
              <a:t>이미지를 우클릭해서 </a:t>
            </a:r>
            <a:r>
              <a:rPr lang="en-US" altLang="ko-KR"/>
              <a:t>‘=</a:t>
            </a:r>
            <a:r>
              <a:rPr lang="ko-KR" altLang="en-US"/>
              <a:t>몬스터</a:t>
            </a:r>
            <a:r>
              <a:rPr lang="en-US" altLang="ko-KR"/>
              <a:t>_</a:t>
            </a:r>
            <a:r>
              <a:rPr lang="ko-KR" altLang="en-US"/>
              <a:t>가져오기</a:t>
            </a:r>
            <a:r>
              <a:rPr lang="en-US" altLang="ko-KR"/>
              <a:t>’</a:t>
            </a:r>
            <a:r>
              <a:rPr lang="ko-KR" altLang="en-US"/>
              <a:t>를 적고 엔터 치면</a:t>
            </a:r>
            <a:r>
              <a:rPr lang="en-US" altLang="ko-KR"/>
              <a:t>, </a:t>
            </a:r>
            <a:r>
              <a:rPr lang="ko-KR" altLang="en-US"/>
              <a:t>몬스터 이름을 선택할 때마다 몬스터 이미지가 해당 몬스터 이미지로 바뀜</a:t>
            </a:r>
            <a:r>
              <a:rPr lang="en-US" altLang="ko-KR"/>
              <a:t>.</a:t>
            </a:r>
          </a:p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0505" y="3278670"/>
            <a:ext cx="5141495" cy="3579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7326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2460788"/>
            <a:ext cx="11506200" cy="193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9298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VLOOKUP </a:t>
            </a:r>
            <a:r>
              <a:rPr lang="ko-KR" altLang="en-US"/>
              <a:t>함수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11140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1" y="877253"/>
            <a:ext cx="10744198" cy="5103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947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79</Words>
  <Application>Microsoft Office PowerPoint</Application>
  <PresentationFormat>와이드스크린</PresentationFormat>
  <Paragraphs>13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시뮬레이터</vt:lpstr>
      <vt:lpstr>시뮬레이터</vt:lpstr>
      <vt:lpstr>PowerPoint 프레젠테이션</vt:lpstr>
      <vt:lpstr>시뮬레이터</vt:lpstr>
      <vt:lpstr>PowerPoint 프레젠테이션</vt:lpstr>
      <vt:lpstr>VLOOKUP 함수</vt:lpstr>
      <vt:lpstr>PowerPoint 프레젠테이션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FullName</dc:creator>
  <cp:lastModifiedBy>musukie52@gmail.com</cp:lastModifiedBy>
  <cp:revision>5</cp:revision>
  <dcterms:created xsi:type="dcterms:W3CDTF">2026-08-06T04:59:54Z</dcterms:created>
  <dcterms:modified xsi:type="dcterms:W3CDTF">2026-08-09T02:11:51Z</dcterms:modified>
</cp:coreProperties>
</file>