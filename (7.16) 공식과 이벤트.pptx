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7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69" d="100"/>
          <a:sy n="69" d="100"/>
        </p:scale>
        <p:origin x="60" y="87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8CB88-47A4-442D-91D7-E5D10FA93130}" type="datetimeFigureOut">
              <a:rPr lang="ko-KR" altLang="en-US" smtClean="0"/>
              <a:t>2026-07-20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BD0C16-9C58-4510-A658-72BB7C61D5C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487289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8CB88-47A4-442D-91D7-E5D10FA93130}" type="datetimeFigureOut">
              <a:rPr lang="ko-KR" altLang="en-US" smtClean="0"/>
              <a:t>2026-07-20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BD0C16-9C58-4510-A658-72BB7C61D5C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33453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8CB88-47A4-442D-91D7-E5D10FA93130}" type="datetimeFigureOut">
              <a:rPr lang="ko-KR" altLang="en-US" smtClean="0"/>
              <a:t>2026-07-20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BD0C16-9C58-4510-A658-72BB7C61D5C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771735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8CB88-47A4-442D-91D7-E5D10FA93130}" type="datetimeFigureOut">
              <a:rPr lang="ko-KR" altLang="en-US" smtClean="0"/>
              <a:t>2026-07-20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BD0C16-9C58-4510-A658-72BB7C61D5C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47078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8CB88-47A4-442D-91D7-E5D10FA93130}" type="datetimeFigureOut">
              <a:rPr lang="ko-KR" altLang="en-US" smtClean="0"/>
              <a:t>2026-07-20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BD0C16-9C58-4510-A658-72BB7C61D5C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373044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8CB88-47A4-442D-91D7-E5D10FA93130}" type="datetimeFigureOut">
              <a:rPr lang="ko-KR" altLang="en-US" smtClean="0"/>
              <a:t>2026-07-20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BD0C16-9C58-4510-A658-72BB7C61D5C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375134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8CB88-47A4-442D-91D7-E5D10FA93130}" type="datetimeFigureOut">
              <a:rPr lang="ko-KR" altLang="en-US" smtClean="0"/>
              <a:t>2026-07-20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BD0C16-9C58-4510-A658-72BB7C61D5C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182912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8CB88-47A4-442D-91D7-E5D10FA93130}" type="datetimeFigureOut">
              <a:rPr lang="ko-KR" altLang="en-US" smtClean="0"/>
              <a:t>2026-07-20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BD0C16-9C58-4510-A658-72BB7C61D5C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705363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8CB88-47A4-442D-91D7-E5D10FA93130}" type="datetimeFigureOut">
              <a:rPr lang="ko-KR" altLang="en-US" smtClean="0"/>
              <a:t>2026-07-20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BD0C16-9C58-4510-A658-72BB7C61D5C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921427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8CB88-47A4-442D-91D7-E5D10FA93130}" type="datetimeFigureOut">
              <a:rPr lang="ko-KR" altLang="en-US" smtClean="0"/>
              <a:t>2026-07-20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BD0C16-9C58-4510-A658-72BB7C61D5C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313986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8CB88-47A4-442D-91D7-E5D10FA93130}" type="datetimeFigureOut">
              <a:rPr lang="ko-KR" altLang="en-US" smtClean="0"/>
              <a:t>2026-07-20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BD0C16-9C58-4510-A658-72BB7C61D5C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860548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7F8CB88-47A4-442D-91D7-E5D10FA93130}" type="datetimeFigureOut">
              <a:rPr lang="ko-KR" altLang="en-US" smtClean="0"/>
              <a:t>2026-07-20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3BD0C16-9C58-4510-A658-72BB7C61D5C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399864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85494" y="823549"/>
            <a:ext cx="7421011" cy="52109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78154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밸런스 기획자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mtClean="0"/>
              <a:t>기획 파트에서 가장 어려운</a:t>
            </a:r>
            <a:r>
              <a:rPr lang="en-US" altLang="ko-KR" smtClean="0"/>
              <a:t>(?) </a:t>
            </a:r>
            <a:r>
              <a:rPr lang="ko-KR" altLang="en-US" smtClean="0"/>
              <a:t>파트</a:t>
            </a:r>
            <a:endParaRPr lang="en-US" altLang="ko-KR" smtClean="0"/>
          </a:p>
          <a:p>
            <a:r>
              <a:rPr lang="ko-KR" altLang="en-US" smtClean="0"/>
              <a:t>아무나 못 하는 영역</a:t>
            </a:r>
            <a:endParaRPr lang="en-US" altLang="ko-KR" smtClean="0"/>
          </a:p>
          <a:p>
            <a:r>
              <a:rPr lang="ko-KR" altLang="en-US" smtClean="0"/>
              <a:t>구조조정에서 가장 늦게 짤리는 파틐ㅋㅋㅋㅋ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874136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밸런스는 </a:t>
            </a:r>
            <a:r>
              <a:rPr lang="en-US" altLang="ko-KR" smtClean="0"/>
              <a:t>2</a:t>
            </a:r>
            <a:r>
              <a:rPr lang="ko-KR" altLang="en-US" smtClean="0"/>
              <a:t>가지 정도로 생각하면 된다</a:t>
            </a:r>
            <a:r>
              <a:rPr lang="en-US" altLang="ko-KR" smtClean="0"/>
              <a:t>.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ko-KR" altLang="en-US" smtClean="0"/>
              <a:t>공식</a:t>
            </a:r>
            <a:r>
              <a:rPr lang="en-US" altLang="ko-KR" smtClean="0"/>
              <a:t>(formula)</a:t>
            </a:r>
            <a:r>
              <a:rPr lang="ko-KR" altLang="en-US" smtClean="0"/>
              <a:t>에 의해서 계산되는 것</a:t>
            </a:r>
            <a:endParaRPr lang="en-US" altLang="ko-KR" smtClean="0"/>
          </a:p>
          <a:p>
            <a:pPr marL="514350" indent="-514350">
              <a:buFont typeface="+mj-lt"/>
              <a:buAutoNum type="arabicPeriod"/>
            </a:pPr>
            <a:r>
              <a:rPr lang="ko-KR" altLang="en-US" smtClean="0"/>
              <a:t>이벤트로서 적용되는 것</a:t>
            </a:r>
            <a:endParaRPr lang="en-US" altLang="ko-KR" smtClean="0"/>
          </a:p>
          <a:p>
            <a:endParaRPr lang="en-US" altLang="ko-KR"/>
          </a:p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429064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이벤트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838200" y="1427356"/>
            <a:ext cx="10515600" cy="5430643"/>
          </a:xfrm>
        </p:spPr>
        <p:txBody>
          <a:bodyPr>
            <a:normAutofit fontScale="92500" lnSpcReduction="10000"/>
          </a:bodyPr>
          <a:lstStyle/>
          <a:p>
            <a:r>
              <a:rPr lang="ko-KR" altLang="en-US" smtClean="0"/>
              <a:t>게임 엔진에서 일어나는 연산은</a:t>
            </a:r>
            <a:r>
              <a:rPr lang="en-US" altLang="ko-KR" smtClean="0"/>
              <a:t/>
            </a:r>
            <a:br>
              <a:rPr lang="en-US" altLang="ko-KR" smtClean="0"/>
            </a:br>
            <a:r>
              <a:rPr lang="en-US" altLang="ko-KR" smtClean="0"/>
              <a:t>‘</a:t>
            </a:r>
            <a:r>
              <a:rPr lang="ko-KR" altLang="en-US" smtClean="0"/>
              <a:t>충돌</a:t>
            </a:r>
            <a:r>
              <a:rPr lang="en-US" altLang="ko-KR" smtClean="0"/>
              <a:t>’</a:t>
            </a:r>
            <a:r>
              <a:rPr lang="ko-KR" altLang="en-US" smtClean="0"/>
              <a:t>했는지 안 했는지에 따라</a:t>
            </a:r>
            <a:r>
              <a:rPr lang="en-US" altLang="ko-KR" smtClean="0"/>
              <a:t>(</a:t>
            </a:r>
            <a:r>
              <a:rPr lang="ko-KR" altLang="en-US" smtClean="0"/>
              <a:t>유효 타격</a:t>
            </a:r>
            <a:r>
              <a:rPr lang="en-US" altLang="ko-KR" smtClean="0"/>
              <a:t>) </a:t>
            </a:r>
            <a:r>
              <a:rPr lang="ko-KR" altLang="en-US" smtClean="0"/>
              <a:t>연산이 일어난다</a:t>
            </a:r>
            <a:r>
              <a:rPr lang="en-US" altLang="ko-KR" smtClean="0"/>
              <a:t>.</a:t>
            </a:r>
          </a:p>
          <a:p>
            <a:endParaRPr lang="en-US" altLang="ko-KR" smtClean="0"/>
          </a:p>
          <a:p>
            <a:r>
              <a:rPr lang="ko-KR" altLang="en-US" smtClean="0"/>
              <a:t>하나의 콜 데미지에 하나의 연산만 일어난다</a:t>
            </a:r>
            <a:r>
              <a:rPr lang="en-US" altLang="ko-KR"/>
              <a:t>.</a:t>
            </a:r>
            <a:endParaRPr lang="en-US" altLang="ko-KR" smtClean="0"/>
          </a:p>
          <a:p>
            <a:r>
              <a:rPr lang="ko-KR" altLang="en-US" smtClean="0"/>
              <a:t>그렇게 하지 않으면 수많은 경우의 수가 발생한다</a:t>
            </a:r>
            <a:r>
              <a:rPr lang="en-US" altLang="ko-KR" smtClean="0"/>
              <a:t>.</a:t>
            </a:r>
          </a:p>
          <a:p>
            <a:endParaRPr lang="en-US" altLang="ko-KR" smtClean="0"/>
          </a:p>
          <a:p>
            <a:r>
              <a:rPr lang="ko-KR" altLang="en-US" smtClean="0"/>
              <a:t>연속으로 </a:t>
            </a:r>
            <a:r>
              <a:rPr lang="en-US" altLang="ko-KR" smtClean="0"/>
              <a:t>3</a:t>
            </a:r>
            <a:r>
              <a:rPr lang="ko-KR" altLang="en-US" smtClean="0"/>
              <a:t>번 찌르는 공격을 할 때</a:t>
            </a:r>
            <a:r>
              <a:rPr lang="en-US" altLang="ko-KR" smtClean="0"/>
              <a:t>, 1</a:t>
            </a:r>
            <a:r>
              <a:rPr lang="ko-KR" altLang="en-US" smtClean="0"/>
              <a:t>번만 찔린 후 몬스터가 피하면 나머지 </a:t>
            </a:r>
            <a:r>
              <a:rPr lang="en-US" altLang="ko-KR" smtClean="0"/>
              <a:t>2</a:t>
            </a:r>
            <a:r>
              <a:rPr lang="ko-KR" altLang="en-US" smtClean="0"/>
              <a:t>번의 공격은 어떻게 되나</a:t>
            </a:r>
            <a:r>
              <a:rPr lang="en-US" altLang="ko-KR" smtClean="0"/>
              <a:t>?</a:t>
            </a:r>
            <a:endParaRPr lang="en-US" altLang="ko-KR"/>
          </a:p>
          <a:p>
            <a:r>
              <a:rPr lang="en-US" altLang="ko-KR" smtClean="0"/>
              <a:t>‘</a:t>
            </a:r>
            <a:r>
              <a:rPr lang="ko-KR" altLang="en-US" smtClean="0"/>
              <a:t>타겟팅 게임</a:t>
            </a:r>
            <a:r>
              <a:rPr lang="en-US" altLang="ko-KR" smtClean="0"/>
              <a:t>’ =&gt; </a:t>
            </a:r>
            <a:r>
              <a:rPr lang="ko-KR" altLang="en-US" smtClean="0"/>
              <a:t>플레이어 캐릭터가 자동으로 몬스터를 따라 가서 나머지 </a:t>
            </a:r>
            <a:r>
              <a:rPr lang="en-US" altLang="ko-KR" smtClean="0"/>
              <a:t>2</a:t>
            </a:r>
            <a:r>
              <a:rPr lang="ko-KR" altLang="en-US" smtClean="0"/>
              <a:t>번을 찌른다</a:t>
            </a:r>
            <a:r>
              <a:rPr lang="en-US" altLang="ko-KR" smtClean="0"/>
              <a:t>.</a:t>
            </a:r>
          </a:p>
          <a:p>
            <a:r>
              <a:rPr lang="en-US" altLang="ko-KR" smtClean="0"/>
              <a:t>‘</a:t>
            </a:r>
            <a:r>
              <a:rPr lang="ko-KR" altLang="en-US" smtClean="0"/>
              <a:t>논타겟팅 게임</a:t>
            </a:r>
            <a:r>
              <a:rPr lang="en-US" altLang="ko-KR" smtClean="0"/>
              <a:t>‘ =&gt; </a:t>
            </a:r>
            <a:r>
              <a:rPr lang="ko-KR" altLang="en-US" smtClean="0"/>
              <a:t>플레이어가 직접 몬스터를 따라가야 하는데</a:t>
            </a:r>
            <a:r>
              <a:rPr lang="en-US" altLang="ko-KR" smtClean="0"/>
              <a:t>, </a:t>
            </a:r>
            <a:r>
              <a:rPr lang="ko-KR" altLang="en-US" smtClean="0"/>
              <a:t>따라가지 못하면</a:t>
            </a:r>
            <a:r>
              <a:rPr lang="en-US" altLang="ko-KR" smtClean="0"/>
              <a:t>, ‘</a:t>
            </a:r>
            <a:r>
              <a:rPr lang="ko-KR" altLang="en-US" smtClean="0"/>
              <a:t>유효 타격</a:t>
            </a:r>
            <a:r>
              <a:rPr lang="en-US" altLang="ko-KR" smtClean="0"/>
              <a:t>＇</a:t>
            </a:r>
            <a:r>
              <a:rPr lang="ko-KR" altLang="en-US" smtClean="0"/>
              <a:t>인지를 한 번 더 확인하는 연산이 들어간다</a:t>
            </a:r>
            <a:r>
              <a:rPr lang="en-US" altLang="ko-KR" smtClean="0"/>
              <a:t>.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484868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5055" y="155548"/>
            <a:ext cx="9381890" cy="65469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99188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1. </a:t>
            </a:r>
            <a:r>
              <a:rPr lang="ko-KR" altLang="en-US" smtClean="0"/>
              <a:t>공식 </a:t>
            </a:r>
            <a:r>
              <a:rPr lang="en-US" altLang="ko-KR" smtClean="0"/>
              <a:t>(fomula)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0" y="1687512"/>
            <a:ext cx="12192000" cy="5032375"/>
          </a:xfrm>
        </p:spPr>
        <p:txBody>
          <a:bodyPr>
            <a:noAutofit/>
          </a:bodyPr>
          <a:lstStyle/>
          <a:p>
            <a:r>
              <a:rPr lang="en-US" altLang="ko-KR" sz="2000" smtClean="0"/>
              <a:t>Damage</a:t>
            </a:r>
            <a:r>
              <a:rPr lang="ko-KR" altLang="en-US" sz="2000" smtClean="0"/>
              <a:t> </a:t>
            </a:r>
            <a:r>
              <a:rPr lang="en-US" altLang="ko-KR" sz="2000" smtClean="0"/>
              <a:t>= </a:t>
            </a:r>
            <a:r>
              <a:rPr lang="ko-KR" altLang="en-US" sz="2000" smtClean="0"/>
              <a:t>방어자의 생명력 </a:t>
            </a:r>
            <a:r>
              <a:rPr lang="en-US" altLang="ko-KR" sz="2000" smtClean="0"/>
              <a:t>– (</a:t>
            </a:r>
            <a:r>
              <a:rPr lang="ko-KR" altLang="en-US" sz="2000" smtClean="0"/>
              <a:t>공격자가 산출하는</a:t>
            </a:r>
            <a:r>
              <a:rPr lang="en-US" altLang="ko-KR" sz="2000" smtClean="0"/>
              <a:t>)</a:t>
            </a:r>
            <a:r>
              <a:rPr lang="ko-KR" altLang="en-US" sz="2000" smtClean="0"/>
              <a:t>데미지</a:t>
            </a:r>
            <a:endParaRPr lang="en-US" altLang="ko-KR" sz="2000" smtClean="0"/>
          </a:p>
          <a:p>
            <a:endParaRPr lang="en-US" altLang="ko-KR" sz="2000"/>
          </a:p>
          <a:p>
            <a:r>
              <a:rPr lang="ko-KR" altLang="en-US" sz="2000" smtClean="0"/>
              <a:t>방어자의 생명력 </a:t>
            </a:r>
            <a:r>
              <a:rPr lang="en-US" altLang="ko-KR" sz="2000" smtClean="0"/>
              <a:t>– (</a:t>
            </a:r>
            <a:r>
              <a:rPr lang="ko-KR" altLang="en-US" sz="2000" smtClean="0"/>
              <a:t>공격자가 산출하는</a:t>
            </a:r>
            <a:r>
              <a:rPr lang="en-US" altLang="ko-KR" sz="2000" smtClean="0"/>
              <a:t>)</a:t>
            </a:r>
            <a:r>
              <a:rPr lang="ko-KR" altLang="en-US" sz="2000" smtClean="0"/>
              <a:t>데미지 </a:t>
            </a:r>
            <a:r>
              <a:rPr lang="en-US" altLang="ko-KR" sz="2000" smtClean="0"/>
              <a:t>= 0</a:t>
            </a:r>
          </a:p>
          <a:p>
            <a:r>
              <a:rPr lang="ko-KR" altLang="en-US" sz="2000" smtClean="0"/>
              <a:t>죽음 </a:t>
            </a:r>
            <a:r>
              <a:rPr lang="en-US" altLang="ko-KR" sz="2000" smtClean="0"/>
              <a:t>(</a:t>
            </a:r>
            <a:r>
              <a:rPr lang="ko-KR" altLang="en-US" sz="2000" smtClean="0"/>
              <a:t>전투 이탈</a:t>
            </a:r>
            <a:r>
              <a:rPr lang="en-US" altLang="ko-KR" sz="2000" smtClean="0"/>
              <a:t>) / </a:t>
            </a:r>
            <a:r>
              <a:rPr lang="ko-KR" altLang="en-US" sz="2000" smtClean="0"/>
              <a:t>패배</a:t>
            </a:r>
            <a:endParaRPr lang="en-US" altLang="ko-KR" sz="2000" smtClean="0"/>
          </a:p>
          <a:p>
            <a:endParaRPr lang="en-US" altLang="ko-KR" sz="2000"/>
          </a:p>
          <a:p>
            <a:r>
              <a:rPr lang="ko-KR" altLang="en-US" sz="2000" smtClean="0"/>
              <a:t>전투 </a:t>
            </a:r>
            <a:r>
              <a:rPr lang="en-US" altLang="ko-KR" sz="2000" smtClean="0"/>
              <a:t>=&gt; </a:t>
            </a:r>
            <a:r>
              <a:rPr lang="ko-KR" altLang="en-US" sz="2000" smtClean="0"/>
              <a:t>누가 먼저 상대방의 </a:t>
            </a:r>
            <a:r>
              <a:rPr lang="en-US" altLang="ko-KR" sz="2000" smtClean="0"/>
              <a:t>HP</a:t>
            </a:r>
            <a:r>
              <a:rPr lang="ko-KR" altLang="en-US" sz="2000" smtClean="0"/>
              <a:t>를 </a:t>
            </a:r>
            <a:r>
              <a:rPr lang="en-US" altLang="ko-KR" sz="2000" smtClean="0"/>
              <a:t>0</a:t>
            </a:r>
            <a:r>
              <a:rPr lang="ko-KR" altLang="en-US" sz="2000" smtClean="0"/>
              <a:t>으로 만드는가</a:t>
            </a:r>
            <a:r>
              <a:rPr lang="en-US" altLang="ko-KR" sz="2000" smtClean="0"/>
              <a:t>?</a:t>
            </a:r>
          </a:p>
          <a:p>
            <a:r>
              <a:rPr lang="ko-KR" altLang="en-US" sz="2000" smtClean="0"/>
              <a:t>먼저 </a:t>
            </a:r>
            <a:r>
              <a:rPr lang="en-US" altLang="ko-KR" sz="2000" smtClean="0"/>
              <a:t>0</a:t>
            </a:r>
            <a:r>
              <a:rPr lang="ko-KR" altLang="en-US" sz="2000" smtClean="0"/>
              <a:t>으로 만드는 사람이 </a:t>
            </a:r>
            <a:r>
              <a:rPr lang="en-US" altLang="ko-KR" sz="2000" smtClean="0"/>
              <a:t>‘</a:t>
            </a:r>
            <a:r>
              <a:rPr lang="ko-KR" altLang="en-US" sz="2000" smtClean="0"/>
              <a:t>승리</a:t>
            </a:r>
            <a:r>
              <a:rPr lang="en-US" altLang="ko-KR" sz="2000" smtClean="0"/>
              <a:t>‘ </a:t>
            </a:r>
            <a:r>
              <a:rPr lang="ko-KR" altLang="en-US" sz="2000" smtClean="0"/>
              <a:t>한다</a:t>
            </a:r>
            <a:r>
              <a:rPr lang="en-US" altLang="ko-KR" sz="2000" smtClean="0"/>
              <a:t>.</a:t>
            </a:r>
          </a:p>
          <a:p>
            <a:endParaRPr lang="en-US" altLang="ko-KR" sz="2000"/>
          </a:p>
          <a:p>
            <a:r>
              <a:rPr lang="ko-KR" altLang="en-US" sz="2000" smtClean="0"/>
              <a:t>즉</a:t>
            </a:r>
            <a:r>
              <a:rPr lang="en-US" altLang="ko-KR" sz="2000" smtClean="0"/>
              <a:t>, </a:t>
            </a:r>
            <a:r>
              <a:rPr lang="ko-KR" altLang="en-US" sz="2000" smtClean="0"/>
              <a:t>데미지의 일반적인 공식</a:t>
            </a:r>
            <a:r>
              <a:rPr lang="en-US" altLang="ko-KR" sz="2000" smtClean="0"/>
              <a:t/>
            </a:r>
            <a:br>
              <a:rPr lang="en-US" altLang="ko-KR" sz="2000" smtClean="0"/>
            </a:br>
            <a:r>
              <a:rPr lang="en-US" altLang="ko-KR" sz="2000" smtClean="0"/>
              <a:t>=&gt; [</a:t>
            </a:r>
            <a:r>
              <a:rPr lang="ko-KR" altLang="en-US" sz="2000" smtClean="0"/>
              <a:t>공격자의 공격력의 합산 수치</a:t>
            </a:r>
            <a:r>
              <a:rPr lang="en-US" altLang="ko-KR" sz="2000"/>
              <a:t>]</a:t>
            </a:r>
            <a:r>
              <a:rPr lang="ko-KR" altLang="en-US" sz="2000" smtClean="0"/>
              <a:t> </a:t>
            </a:r>
            <a:r>
              <a:rPr lang="en-US" altLang="ko-KR" sz="2000" smtClean="0"/>
              <a:t>– [</a:t>
            </a:r>
            <a:r>
              <a:rPr lang="ko-KR" altLang="en-US" sz="2000" smtClean="0"/>
              <a:t>방어자의 방어력의 합산 수치</a:t>
            </a:r>
            <a:r>
              <a:rPr lang="en-US" altLang="ko-KR" sz="2000" smtClean="0"/>
              <a:t>]</a:t>
            </a:r>
          </a:p>
          <a:p>
            <a:r>
              <a:rPr lang="ko-KR" altLang="en-US" sz="2000" smtClean="0"/>
              <a:t>     어떤 걸로 공격하는 지       </a:t>
            </a:r>
            <a:r>
              <a:rPr lang="en-US" altLang="ko-KR" sz="2000" smtClean="0"/>
              <a:t>/      </a:t>
            </a:r>
            <a:r>
              <a:rPr lang="ko-KR" altLang="en-US" sz="2000" smtClean="0"/>
              <a:t>헬멧을 쓴 채로 넘어지면 덜 다치는 것처럼</a:t>
            </a:r>
            <a:endParaRPr lang="en-US" altLang="ko-KR" sz="2000" smtClean="0"/>
          </a:p>
          <a:p>
            <a:r>
              <a:rPr lang="ko-KR" altLang="en-US" sz="2000" smtClean="0"/>
              <a:t>방어력이 공격력보다 클 때는 </a:t>
            </a:r>
            <a:r>
              <a:rPr lang="en-US" altLang="ko-KR" sz="2000" smtClean="0"/>
              <a:t>‘</a:t>
            </a:r>
            <a:r>
              <a:rPr lang="ko-KR" altLang="en-US" sz="2000" smtClean="0"/>
              <a:t>마이너스</a:t>
            </a:r>
            <a:r>
              <a:rPr lang="en-US" altLang="ko-KR" sz="2000" smtClean="0"/>
              <a:t>‘ </a:t>
            </a:r>
            <a:r>
              <a:rPr lang="ko-KR" altLang="en-US" sz="2000" smtClean="0"/>
              <a:t>수치가 나오면 안 되는데</a:t>
            </a:r>
            <a:r>
              <a:rPr lang="en-US" altLang="ko-KR" sz="2000" smtClean="0"/>
              <a:t/>
            </a:r>
            <a:br>
              <a:rPr lang="en-US" altLang="ko-KR" sz="2000" smtClean="0"/>
            </a:br>
            <a:r>
              <a:rPr lang="ko-KR" altLang="en-US" sz="2000" smtClean="0"/>
              <a:t>옛날에는 강제로 </a:t>
            </a:r>
            <a:r>
              <a:rPr lang="en-US" altLang="ko-KR" sz="2000" smtClean="0"/>
              <a:t>‘0’</a:t>
            </a:r>
            <a:r>
              <a:rPr lang="ko-KR" altLang="en-US" sz="2000" smtClean="0"/>
              <a:t>으로 만들었으나</a:t>
            </a:r>
            <a:r>
              <a:rPr lang="en-US" altLang="ko-KR" sz="2000" smtClean="0"/>
              <a:t>, </a:t>
            </a:r>
            <a:r>
              <a:rPr lang="ko-KR" altLang="en-US" sz="2000" smtClean="0"/>
              <a:t>현재는 수치가 </a:t>
            </a:r>
            <a:r>
              <a:rPr lang="en-US" altLang="ko-KR" sz="2000" smtClean="0"/>
              <a:t>‘</a:t>
            </a:r>
            <a:r>
              <a:rPr lang="ko-KR" altLang="en-US" sz="2000" smtClean="0"/>
              <a:t>마이너스</a:t>
            </a:r>
            <a:r>
              <a:rPr lang="en-US" altLang="ko-KR" sz="2000" smtClean="0"/>
              <a:t>’</a:t>
            </a:r>
            <a:r>
              <a:rPr lang="ko-KR" altLang="en-US" sz="2000" smtClean="0"/>
              <a:t>가 되지 않게 하는 계산식이 많이 나왔다</a:t>
            </a:r>
            <a:r>
              <a:rPr lang="en-US" altLang="ko-KR" sz="2000" smtClean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26608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5845" y="104204"/>
            <a:ext cx="9560310" cy="6649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74797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5845" y="92026"/>
            <a:ext cx="9560310" cy="66739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41458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2. </a:t>
            </a:r>
            <a:r>
              <a:rPr lang="ko-KR" altLang="en-US" smtClean="0"/>
              <a:t>이벤트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mtClean="0"/>
              <a:t>이벤트 </a:t>
            </a:r>
            <a:r>
              <a:rPr lang="en-US" altLang="ko-KR" smtClean="0"/>
              <a:t>– </a:t>
            </a:r>
            <a:r>
              <a:rPr lang="ko-KR" altLang="en-US" smtClean="0"/>
              <a:t>버튼 이벤트 액션이 가장 대표적이다</a:t>
            </a:r>
            <a:r>
              <a:rPr lang="en-US" altLang="ko-KR" smtClean="0"/>
              <a:t>.</a:t>
            </a:r>
          </a:p>
          <a:p>
            <a:pPr lvl="1"/>
            <a:r>
              <a:rPr lang="ko-KR" altLang="en-US" smtClean="0"/>
              <a:t>예</a:t>
            </a:r>
            <a:r>
              <a:rPr lang="en-US" altLang="ko-KR" smtClean="0"/>
              <a:t>) </a:t>
            </a:r>
            <a:r>
              <a:rPr lang="ko-KR" altLang="en-US" smtClean="0"/>
              <a:t>시간 안에 제대로 버튼을 누르면 성공</a:t>
            </a:r>
            <a:r>
              <a:rPr lang="en-US" altLang="ko-KR" smtClean="0"/>
              <a:t>, </a:t>
            </a:r>
            <a:r>
              <a:rPr lang="ko-KR" altLang="en-US" smtClean="0"/>
              <a:t>아니면 실패 후 리트라이</a:t>
            </a:r>
            <a:endParaRPr lang="en-US" altLang="ko-KR"/>
          </a:p>
          <a:p>
            <a:endParaRPr lang="en-US" altLang="ko-KR" smtClean="0"/>
          </a:p>
          <a:p>
            <a:r>
              <a:rPr lang="ko-KR" altLang="en-US" smtClean="0"/>
              <a:t>버튼 이벤트 액션인데</a:t>
            </a:r>
            <a:r>
              <a:rPr lang="en-US" altLang="ko-KR" smtClean="0"/>
              <a:t>, </a:t>
            </a:r>
            <a:r>
              <a:rPr lang="ko-KR" altLang="en-US" smtClean="0"/>
              <a:t>버튼이 안 뜨는 경우를 보자</a:t>
            </a:r>
            <a:r>
              <a:rPr lang="en-US" altLang="ko-KR" smtClean="0"/>
              <a:t>.</a:t>
            </a:r>
          </a:p>
          <a:p>
            <a:r>
              <a:rPr lang="ko-KR" altLang="en-US" smtClean="0"/>
              <a:t>유튜브 </a:t>
            </a:r>
            <a:r>
              <a:rPr lang="en-US" altLang="ko-KR" smtClean="0"/>
              <a:t>– [</a:t>
            </a:r>
            <a:r>
              <a:rPr lang="ko-KR" altLang="en-US" smtClean="0"/>
              <a:t>검은 신화</a:t>
            </a:r>
            <a:r>
              <a:rPr lang="en-US" altLang="ko-KR" smtClean="0"/>
              <a:t>:</a:t>
            </a:r>
            <a:r>
              <a:rPr lang="ko-KR" altLang="en-US" smtClean="0"/>
              <a:t> 오공 </a:t>
            </a:r>
            <a:r>
              <a:rPr lang="en-US" altLang="ko-KR" smtClean="0"/>
              <a:t>#01: 1</a:t>
            </a:r>
            <a:r>
              <a:rPr lang="ko-KR" altLang="en-US" smtClean="0"/>
              <a:t>장 </a:t>
            </a:r>
            <a:r>
              <a:rPr lang="en-US" altLang="ko-KR" smtClean="0"/>
              <a:t>1</a:t>
            </a:r>
            <a:r>
              <a:rPr lang="ko-KR" altLang="en-US" smtClean="0"/>
              <a:t>부</a:t>
            </a:r>
            <a:r>
              <a:rPr lang="en-US" altLang="ko-KR" smtClean="0"/>
              <a:t>]</a:t>
            </a:r>
          </a:p>
          <a:p>
            <a:pPr lvl="1"/>
            <a:r>
              <a:rPr lang="ko-KR" altLang="en-US" smtClean="0"/>
              <a:t>상대방의 </a:t>
            </a:r>
            <a:r>
              <a:rPr lang="en-US" altLang="ko-KR" smtClean="0"/>
              <a:t>HP</a:t>
            </a:r>
            <a:r>
              <a:rPr lang="ko-KR" altLang="en-US" smtClean="0"/>
              <a:t>가 일정 수준까지 깎이면 이벤트로 데미지를 주는 것</a:t>
            </a:r>
            <a:endParaRPr lang="en-US" altLang="ko-KR" smtClean="0"/>
          </a:p>
          <a:p>
            <a:pPr lvl="2"/>
            <a:r>
              <a:rPr lang="ko-KR" altLang="en-US" smtClean="0"/>
              <a:t>영상과 함께 이벤트가 데미지를 적용하기 때문</a:t>
            </a:r>
            <a:endParaRPr lang="en-US" altLang="ko-KR" smtClean="0"/>
          </a:p>
          <a:p>
            <a:pPr lvl="2"/>
            <a:r>
              <a:rPr lang="ko-KR" altLang="en-US" smtClean="0"/>
              <a:t>영상이 끝나면 데미지가 줄어있다</a:t>
            </a:r>
            <a:r>
              <a:rPr lang="en-US" altLang="ko-KR" smtClean="0"/>
              <a:t>.</a:t>
            </a:r>
          </a:p>
          <a:p>
            <a:pPr lvl="2"/>
            <a:r>
              <a:rPr lang="ko-KR" altLang="en-US" smtClean="0"/>
              <a:t>이렇게 하면 영화를 플레이한다는 느낌을 준다</a:t>
            </a:r>
            <a:r>
              <a:rPr lang="en-US" altLang="ko-KR" smtClean="0"/>
              <a:t>.</a:t>
            </a:r>
            <a:endParaRPr lang="en-US" altLang="ko-KR"/>
          </a:p>
          <a:p>
            <a:r>
              <a:rPr lang="ko-KR" altLang="en-US" smtClean="0"/>
              <a:t>이렇게 연출하기는 매우 어렵다</a:t>
            </a:r>
            <a:r>
              <a:rPr lang="en-US" altLang="ko-KR" smtClean="0"/>
              <a:t>.</a:t>
            </a:r>
            <a:endParaRPr lang="ko-KR" altLang="en-US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62615" y="0"/>
            <a:ext cx="3629386" cy="1825625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3347" y="4634007"/>
            <a:ext cx="4058654" cy="22239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69343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수탉 </a:t>
            </a:r>
            <a:r>
              <a:rPr lang="en-US" altLang="ko-KR" smtClean="0"/>
              <a:t>– </a:t>
            </a:r>
            <a:r>
              <a:rPr lang="ko-KR" altLang="en-US" smtClean="0"/>
              <a:t>고 홈</a:t>
            </a:r>
            <a:r>
              <a:rPr lang="en-US" altLang="ko-KR" smtClean="0"/>
              <a:t>(</a:t>
            </a:r>
            <a:r>
              <a:rPr lang="ko-KR" altLang="en-US" smtClean="0"/>
              <a:t>일본 인디 공포게임</a:t>
            </a:r>
            <a:r>
              <a:rPr lang="en-US" altLang="ko-KR" smtClean="0"/>
              <a:t>)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mtClean="0"/>
              <a:t>[</a:t>
            </a:r>
            <a:r>
              <a:rPr lang="ko-KR" altLang="en-US" smtClean="0"/>
              <a:t>투자 받기 전 버전</a:t>
            </a:r>
            <a:r>
              <a:rPr lang="en-US" altLang="ko-KR" smtClean="0"/>
              <a:t>]</a:t>
            </a:r>
          </a:p>
          <a:p>
            <a:endParaRPr lang="en-US" altLang="ko-KR" smtClean="0"/>
          </a:p>
          <a:p>
            <a:r>
              <a:rPr lang="ko-KR" altLang="en-US" smtClean="0"/>
              <a:t>비 전투로 진행되는 게임의 밸런스를 시간과 난이도로 분석하면서 보자</a:t>
            </a:r>
            <a:r>
              <a:rPr lang="en-US" altLang="ko-KR" smtClean="0"/>
              <a:t>.</a:t>
            </a:r>
          </a:p>
          <a:p>
            <a:endParaRPr lang="en-US" altLang="ko-KR"/>
          </a:p>
          <a:p>
            <a:r>
              <a:rPr lang="ko-KR" altLang="en-US" smtClean="0"/>
              <a:t>이 게임을 레퍼런스로 가지고</a:t>
            </a:r>
            <a:r>
              <a:rPr lang="en-US" altLang="ko-KR" smtClean="0"/>
              <a:t>, </a:t>
            </a:r>
            <a:r>
              <a:rPr lang="ko-KR" altLang="en-US" smtClean="0"/>
              <a:t>나중에 공포게임을 만들 때 참고하면 좋을 만한 부분들이 있다</a:t>
            </a:r>
            <a:r>
              <a:rPr lang="en-US" altLang="ko-KR" smtClean="0"/>
              <a:t>.</a:t>
            </a:r>
          </a:p>
          <a:p>
            <a:endParaRPr lang="en-US" altLang="ko-KR"/>
          </a:p>
          <a:p>
            <a:r>
              <a:rPr lang="ko-KR" altLang="en-US" smtClean="0"/>
              <a:t>잘 만든 이벤트들로 구성된 괴랄한 게임이었는데</a:t>
            </a:r>
            <a:r>
              <a:rPr lang="en-US" altLang="ko-KR" smtClean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14524530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수탉 </a:t>
            </a:r>
            <a:r>
              <a:rPr lang="en-US" altLang="ko-KR" smtClean="0"/>
              <a:t>– </a:t>
            </a:r>
            <a:r>
              <a:rPr lang="ko-KR" altLang="en-US" smtClean="0"/>
              <a:t>고 홈</a:t>
            </a:r>
            <a:r>
              <a:rPr lang="en-US" altLang="ko-KR" smtClean="0"/>
              <a:t>(</a:t>
            </a:r>
            <a:r>
              <a:rPr lang="ko-KR" altLang="en-US" smtClean="0"/>
              <a:t>일본 인디 공포게임</a:t>
            </a:r>
            <a:r>
              <a:rPr lang="en-US" altLang="ko-KR" smtClean="0"/>
              <a:t>)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mtClean="0"/>
              <a:t>[</a:t>
            </a:r>
            <a:r>
              <a:rPr lang="ko-KR" altLang="en-US" smtClean="0"/>
              <a:t>투자 받고 정식 출시한 버전</a:t>
            </a:r>
            <a:r>
              <a:rPr lang="en-US" altLang="ko-KR" smtClean="0"/>
              <a:t>]</a:t>
            </a:r>
          </a:p>
          <a:p>
            <a:endParaRPr lang="en-US" altLang="ko-KR" smtClean="0"/>
          </a:p>
          <a:p>
            <a:r>
              <a:rPr lang="ko-KR" altLang="en-US" smtClean="0"/>
              <a:t>밸런스를 잘못 건드리면 게임이 재미없어진다</a:t>
            </a:r>
            <a:r>
              <a:rPr lang="en-US" altLang="ko-KR" smtClean="0"/>
              <a:t>.</a:t>
            </a:r>
          </a:p>
          <a:p>
            <a:r>
              <a:rPr lang="ko-KR" altLang="en-US" smtClean="0"/>
              <a:t>중요한 에피소드 </a:t>
            </a:r>
            <a:r>
              <a:rPr lang="en-US" altLang="ko-KR" smtClean="0"/>
              <a:t>2</a:t>
            </a:r>
            <a:r>
              <a:rPr lang="ko-KR" altLang="en-US" smtClean="0"/>
              <a:t>개가 사라졌고</a:t>
            </a:r>
            <a:endParaRPr lang="en-US" altLang="ko-KR" smtClean="0"/>
          </a:p>
          <a:p>
            <a:r>
              <a:rPr lang="ko-KR" altLang="en-US" smtClean="0"/>
              <a:t>대놓고 맨홀의 기능에 대해 설명하고</a:t>
            </a:r>
            <a:endParaRPr lang="en-US" altLang="ko-KR" smtClean="0"/>
          </a:p>
          <a:p>
            <a:r>
              <a:rPr lang="ko-KR" altLang="en-US" smtClean="0"/>
              <a:t>귀신의 속도가 굉장히 느려졌다</a:t>
            </a:r>
            <a:r>
              <a:rPr lang="en-US" altLang="ko-KR" smtClean="0"/>
              <a:t>.</a:t>
            </a:r>
          </a:p>
          <a:p>
            <a:endParaRPr lang="en-US" altLang="ko-KR"/>
          </a:p>
          <a:p>
            <a:r>
              <a:rPr lang="ko-KR" altLang="en-US" smtClean="0"/>
              <a:t>이렇게 밸런스 조절을 하면 안 된다는 걸 보여주는 예시였다</a:t>
            </a:r>
            <a:r>
              <a:rPr lang="en-US" altLang="ko-KR" smtClean="0"/>
              <a:t>.</a:t>
            </a: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9259939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8505" y="256736"/>
            <a:ext cx="7234990" cy="6344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861414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3200" smtClean="0"/>
              <a:t>밸런스에서 </a:t>
            </a:r>
            <a:r>
              <a:rPr lang="en-US" altLang="ko-KR" sz="3200" smtClean="0"/>
              <a:t>‘</a:t>
            </a:r>
            <a:r>
              <a:rPr lang="ko-KR" altLang="en-US" sz="3200" smtClean="0"/>
              <a:t>공식</a:t>
            </a:r>
            <a:r>
              <a:rPr lang="en-US" altLang="ko-KR" sz="3200" smtClean="0"/>
              <a:t>‘ </a:t>
            </a:r>
            <a:r>
              <a:rPr lang="ko-KR" altLang="en-US" sz="3200" smtClean="0"/>
              <a:t>과 </a:t>
            </a:r>
            <a:r>
              <a:rPr lang="en-US" altLang="ko-KR" sz="3200" smtClean="0"/>
              <a:t>‘</a:t>
            </a:r>
            <a:r>
              <a:rPr lang="ko-KR" altLang="en-US" sz="3200" smtClean="0"/>
              <a:t>이벤트</a:t>
            </a:r>
            <a:r>
              <a:rPr lang="en-US" altLang="ko-KR" sz="3200" smtClean="0"/>
              <a:t>‘ </a:t>
            </a:r>
            <a:r>
              <a:rPr lang="ko-KR" altLang="en-US" sz="3200" smtClean="0"/>
              <a:t>를 구분해야 하는 이유</a:t>
            </a:r>
            <a:endParaRPr lang="ko-KR" altLang="en-US" sz="320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mtClean="0"/>
              <a:t>이벤트는 </a:t>
            </a:r>
            <a:r>
              <a:rPr lang="en-US" altLang="ko-KR" smtClean="0"/>
              <a:t>‘</a:t>
            </a:r>
            <a:r>
              <a:rPr lang="ko-KR" altLang="en-US" smtClean="0"/>
              <a:t>언제</a:t>
            </a:r>
            <a:r>
              <a:rPr lang="en-US" altLang="ko-KR" smtClean="0"/>
              <a:t>, </a:t>
            </a:r>
            <a:r>
              <a:rPr lang="ko-KR" altLang="en-US" smtClean="0"/>
              <a:t>얼마나</a:t>
            </a:r>
            <a:r>
              <a:rPr lang="en-US" altLang="ko-KR" smtClean="0"/>
              <a:t>, </a:t>
            </a:r>
            <a:r>
              <a:rPr lang="ko-KR" altLang="en-US" smtClean="0"/>
              <a:t>어떻게</a:t>
            </a:r>
            <a:r>
              <a:rPr lang="en-US" altLang="ko-KR" smtClean="0"/>
              <a:t>‘ </a:t>
            </a:r>
            <a:r>
              <a:rPr lang="ko-KR" altLang="en-US" smtClean="0"/>
              <a:t>할 지를 정하는 것</a:t>
            </a:r>
            <a:endParaRPr lang="en-US" altLang="ko-KR" smtClean="0"/>
          </a:p>
          <a:p>
            <a:r>
              <a:rPr lang="ko-KR" altLang="en-US" smtClean="0"/>
              <a:t>공식은 </a:t>
            </a:r>
            <a:r>
              <a:rPr lang="en-US" altLang="ko-KR" smtClean="0"/>
              <a:t>‘</a:t>
            </a:r>
            <a:r>
              <a:rPr lang="ko-KR" altLang="en-US" smtClean="0"/>
              <a:t>계산</a:t>
            </a:r>
            <a:r>
              <a:rPr lang="en-US" altLang="ko-KR" smtClean="0"/>
              <a:t>’ </a:t>
            </a:r>
            <a:r>
              <a:rPr lang="ko-KR" altLang="en-US" smtClean="0"/>
              <a:t>그 자체를 의미하는 거라고 할 수 있나</a:t>
            </a:r>
            <a:r>
              <a:rPr lang="en-US" altLang="ko-KR" smtClean="0"/>
              <a:t>?</a:t>
            </a:r>
          </a:p>
          <a:p>
            <a:endParaRPr lang="en-US" altLang="ko-KR"/>
          </a:p>
          <a:p>
            <a:r>
              <a:rPr lang="ko-KR" altLang="en-US" smtClean="0"/>
              <a:t>따로 생각할 수 있지만</a:t>
            </a:r>
            <a:r>
              <a:rPr lang="en-US" altLang="ko-KR" smtClean="0"/>
              <a:t>, </a:t>
            </a:r>
            <a:r>
              <a:rPr lang="ko-KR" altLang="en-US" smtClean="0"/>
              <a:t>함께 생각해야 하는 것들</a:t>
            </a:r>
            <a:endParaRPr lang="en-US" altLang="ko-KR" smtClean="0"/>
          </a:p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5772585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569" y="684198"/>
            <a:ext cx="11758862" cy="54896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54499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44769"/>
            <a:ext cx="12192000" cy="57684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455954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밸런스 문서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mtClean="0"/>
              <a:t>이벤트마다 나눠서 작성한다</a:t>
            </a:r>
            <a:r>
              <a:rPr lang="en-US" altLang="ko-KR" smtClean="0"/>
              <a:t>.</a:t>
            </a:r>
          </a:p>
          <a:p>
            <a:endParaRPr lang="en-US" altLang="ko-KR"/>
          </a:p>
          <a:p>
            <a:r>
              <a:rPr lang="ko-KR" altLang="en-US" smtClean="0"/>
              <a:t>실패 시 어디서부터 시작할 지도 적어준다</a:t>
            </a:r>
            <a:r>
              <a:rPr lang="en-US" altLang="ko-KR" smtClean="0"/>
              <a:t>.</a:t>
            </a:r>
          </a:p>
          <a:p>
            <a:endParaRPr lang="en-US" altLang="ko-KR"/>
          </a:p>
          <a:p>
            <a:r>
              <a:rPr lang="ko-KR" altLang="en-US" smtClean="0"/>
              <a:t>컨텐츠 해금 순서대로 엑셀 파일을 만들어주자</a:t>
            </a:r>
            <a:r>
              <a:rPr lang="en-US" altLang="ko-KR" smtClean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73814291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밸런스 문서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mtClean="0"/>
              <a:t>조작난이도</a:t>
            </a:r>
            <a:r>
              <a:rPr lang="en-US" altLang="ko-KR" smtClean="0"/>
              <a:t>, </a:t>
            </a:r>
            <a:r>
              <a:rPr lang="ko-KR" altLang="en-US" smtClean="0"/>
              <a:t>재미율 </a:t>
            </a:r>
            <a:r>
              <a:rPr lang="en-US" altLang="ko-KR" smtClean="0"/>
              <a:t>=&gt; </a:t>
            </a:r>
            <a:r>
              <a:rPr lang="ko-KR" altLang="en-US" smtClean="0"/>
              <a:t>이 부분이 중요</a:t>
            </a:r>
            <a:endParaRPr lang="en-US" altLang="ko-KR" smtClean="0"/>
          </a:p>
          <a:p>
            <a:r>
              <a:rPr lang="ko-KR" altLang="en-US" smtClean="0"/>
              <a:t>이 부분을 </a:t>
            </a:r>
            <a:r>
              <a:rPr lang="en-US" altLang="ko-KR" smtClean="0"/>
              <a:t>‘</a:t>
            </a:r>
            <a:r>
              <a:rPr lang="ko-KR" altLang="en-US" smtClean="0"/>
              <a:t>정성적인 값</a:t>
            </a:r>
            <a:r>
              <a:rPr lang="en-US" altLang="ko-KR" smtClean="0"/>
              <a:t>＇</a:t>
            </a:r>
            <a:r>
              <a:rPr lang="ko-KR" altLang="en-US" smtClean="0"/>
              <a:t>이라고 한다</a:t>
            </a:r>
            <a:r>
              <a:rPr lang="en-US" altLang="ko-KR" smtClean="0"/>
              <a:t>.</a:t>
            </a:r>
          </a:p>
          <a:p>
            <a:endParaRPr lang="en-US" altLang="ko-KR"/>
          </a:p>
          <a:p>
            <a:r>
              <a:rPr lang="ko-KR" altLang="en-US" smtClean="0"/>
              <a:t>난이도를 조절할 수 있는 요소 </a:t>
            </a:r>
            <a:r>
              <a:rPr lang="en-US" altLang="ko-KR" smtClean="0"/>
              <a:t>: </a:t>
            </a:r>
            <a:r>
              <a:rPr lang="ko-KR" altLang="en-US" smtClean="0"/>
              <a:t>밸런스의 팩터</a:t>
            </a:r>
            <a:r>
              <a:rPr lang="en-US" altLang="ko-KR" smtClean="0"/>
              <a:t>(Factor)</a:t>
            </a:r>
            <a:r>
              <a:rPr lang="ko-KR" altLang="en-US" smtClean="0"/>
              <a:t>라고 한다</a:t>
            </a:r>
            <a:r>
              <a:rPr lang="en-US" altLang="ko-KR" smtClean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82572015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851" y="504417"/>
            <a:ext cx="12193702" cy="58491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31563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218</TotalTime>
  <Words>372</Words>
  <Application>Microsoft Office PowerPoint</Application>
  <PresentationFormat>와이드스크린</PresentationFormat>
  <Paragraphs>72</Paragraphs>
  <Slides>18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18</vt:i4>
      </vt:variant>
    </vt:vector>
  </HeadingPairs>
  <TitlesOfParts>
    <vt:vector size="21" baseType="lpstr">
      <vt:lpstr>맑은 고딕</vt:lpstr>
      <vt:lpstr>Arial</vt:lpstr>
      <vt:lpstr>Office 테마</vt:lpstr>
      <vt:lpstr>PowerPoint 프레젠테이션</vt:lpstr>
      <vt:lpstr>밸런스 기획자</vt:lpstr>
      <vt:lpstr>밸런스는 2가지 정도로 생각하면 된다.</vt:lpstr>
      <vt:lpstr>이벤트</vt:lpstr>
      <vt:lpstr>PowerPoint 프레젠테이션</vt:lpstr>
      <vt:lpstr>1. 공식 (fomula)</vt:lpstr>
      <vt:lpstr>PowerPoint 프레젠테이션</vt:lpstr>
      <vt:lpstr>PowerPoint 프레젠테이션</vt:lpstr>
      <vt:lpstr>2. 이벤트</vt:lpstr>
      <vt:lpstr>수탉 – 고 홈(일본 인디 공포게임)</vt:lpstr>
      <vt:lpstr>수탉 – 고 홈(일본 인디 공포게임)</vt:lpstr>
      <vt:lpstr>PowerPoint 프레젠테이션</vt:lpstr>
      <vt:lpstr>밸런스에서 ‘공식‘ 과 ‘이벤트‘ 를 구분해야 하는 이유</vt:lpstr>
      <vt:lpstr>PowerPoint 프레젠테이션</vt:lpstr>
      <vt:lpstr>PowerPoint 프레젠테이션</vt:lpstr>
      <vt:lpstr>밸런스 문서</vt:lpstr>
      <vt:lpstr>밸런스 문서</vt:lpstr>
      <vt:lpstr>PowerPoint 프레젠테이션</vt:lpstr>
    </vt:vector>
  </TitlesOfParts>
  <Company>Organization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밸런스 기획자</dc:title>
  <dc:creator>FullName</dc:creator>
  <cp:lastModifiedBy>FullName</cp:lastModifiedBy>
  <cp:revision>10</cp:revision>
  <dcterms:created xsi:type="dcterms:W3CDTF">2026-07-16T04:56:46Z</dcterms:created>
  <dcterms:modified xsi:type="dcterms:W3CDTF">2026-07-20T06:51:14Z</dcterms:modified>
</cp:coreProperties>
</file>