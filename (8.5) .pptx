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858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13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6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9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5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7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9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8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4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8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55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96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5277-13E7-4931-B168-8061B073B95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24E38-BC58-434E-8EC3-DBCE97DCE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66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좀 있다 배울 것 </a:t>
            </a:r>
            <a:r>
              <a:rPr lang="en-US" altLang="ko-KR" smtClean="0"/>
              <a:t>: </a:t>
            </a:r>
            <a:r>
              <a:rPr lang="ko-KR" altLang="en-US" smtClean="0"/>
              <a:t>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어제까지는 </a:t>
            </a:r>
            <a:r>
              <a:rPr lang="en-US" altLang="ko-KR" smtClean="0"/>
              <a:t>‘</a:t>
            </a:r>
            <a:r>
              <a:rPr lang="ko-KR" altLang="en-US" smtClean="0"/>
              <a:t>스킬</a:t>
            </a:r>
            <a:r>
              <a:rPr lang="en-US" altLang="ko-KR" smtClean="0"/>
              <a:t>‘ </a:t>
            </a:r>
            <a:r>
              <a:rPr lang="ko-KR" altLang="en-US" smtClean="0"/>
              <a:t>을 배웠다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76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대차대조표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매개 상수 테이블</a:t>
            </a:r>
            <a:endParaRPr lang="en-US" altLang="ko-KR" smtClean="0"/>
          </a:p>
          <a:p>
            <a:r>
              <a:rPr lang="en-US" altLang="ko-KR" smtClean="0"/>
              <a:t>Case by case</a:t>
            </a:r>
            <a:r>
              <a:rPr lang="ko-KR" altLang="en-US" smtClean="0"/>
              <a:t>별로 모든 값들에 대해서 값을 적는 것</a:t>
            </a:r>
            <a:r>
              <a:rPr lang="en-US" altLang="ko-KR" smtClean="0"/>
              <a:t>.</a:t>
            </a:r>
            <a:r>
              <a:rPr lang="ko-KR" altLang="en-US" smtClean="0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3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5053"/>
            <a:ext cx="9448800" cy="65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5408"/>
            <a:ext cx="11430000" cy="532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3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상수 테이블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매우 간단하다</a:t>
            </a:r>
            <a:r>
              <a:rPr lang="en-US" altLang="ko-KR" smtClean="0"/>
              <a:t>. </a:t>
            </a:r>
            <a:r>
              <a:rPr lang="ko-KR" altLang="en-US" smtClean="0"/>
              <a:t>사칙연산을 활용하면 됨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병과상대성</a:t>
            </a:r>
            <a:endParaRPr lang="en-US" altLang="ko-KR" smtClean="0"/>
          </a:p>
          <a:p>
            <a:r>
              <a:rPr lang="en-US" altLang="ko-KR" smtClean="0"/>
              <a:t>1 : </a:t>
            </a:r>
            <a:r>
              <a:rPr lang="ko-KR" altLang="en-US" smtClean="0"/>
              <a:t>곱해지는 값에서 영향을 주지 않는 값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근거가 명확하게 수치를 작성하면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Case by case</a:t>
            </a:r>
            <a:r>
              <a:rPr lang="ko-KR" altLang="en-US" smtClean="0"/>
              <a:t>의 약속이 성립되는 요소에 대해서 문서를 작성하는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6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131405"/>
            <a:ext cx="11582398" cy="459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2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63</Words>
  <Application>Microsoft Office PowerPoint</Application>
  <PresentationFormat>와이드스크린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좀 있다 배울 것 : 시스템</vt:lpstr>
      <vt:lpstr>대차대조표</vt:lpstr>
      <vt:lpstr>PowerPoint 프레젠테이션</vt:lpstr>
      <vt:lpstr>PowerPoint 프레젠테이션</vt:lpstr>
      <vt:lpstr>상수 테이블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좀 있다 배울 것 : 시스템</dc:title>
  <dc:creator>FullName</dc:creator>
  <cp:lastModifiedBy>FullName</cp:lastModifiedBy>
  <cp:revision>4</cp:revision>
  <dcterms:created xsi:type="dcterms:W3CDTF">2026-08-05T05:35:00Z</dcterms:created>
  <dcterms:modified xsi:type="dcterms:W3CDTF">2026-08-05T06:54:26Z</dcterms:modified>
</cp:coreProperties>
</file>