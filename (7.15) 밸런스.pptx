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59" r:id="rId5"/>
    <p:sldId id="260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5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90" y="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80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11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3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9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54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7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87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03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8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1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5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09AA3-5B66-47C1-B753-37735476A4D7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E0B54-BBCA-4E0C-941B-F2F1CB9B2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28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이번</a:t>
            </a:r>
            <a:r>
              <a:rPr lang="en-US" altLang="ko-KR" smtClean="0"/>
              <a:t> </a:t>
            </a:r>
            <a:r>
              <a:rPr lang="ko-KR" altLang="en-US" smtClean="0"/>
              <a:t>달에 배울 영역 </a:t>
            </a:r>
            <a:r>
              <a:rPr lang="en-US" altLang="ko-KR" smtClean="0"/>
              <a:t>: </a:t>
            </a:r>
            <a:r>
              <a:rPr lang="ko-KR" altLang="en-US" smtClean="0"/>
              <a:t>밸런스 </a:t>
            </a:r>
            <a:r>
              <a:rPr lang="en-US" altLang="ko-KR" smtClean="0"/>
              <a:t>Balance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621" y="1825625"/>
            <a:ext cx="10956758" cy="4351338"/>
          </a:xfrm>
        </p:spPr>
        <p:txBody>
          <a:bodyPr/>
          <a:lstStyle/>
          <a:p>
            <a:r>
              <a:rPr lang="ko-KR" altLang="en-US" smtClean="0"/>
              <a:t>밸런스에 대한 착각 </a:t>
            </a:r>
            <a:r>
              <a:rPr lang="en-US" altLang="ko-KR" smtClean="0"/>
              <a:t>: ‘</a:t>
            </a:r>
            <a:r>
              <a:rPr lang="ko-KR" altLang="en-US" smtClean="0"/>
              <a:t>난이도</a:t>
            </a:r>
            <a:r>
              <a:rPr lang="en-US" altLang="ko-KR" smtClean="0"/>
              <a:t>‘</a:t>
            </a:r>
            <a:r>
              <a:rPr lang="ko-KR" altLang="en-US" smtClean="0"/>
              <a:t>에 대한 이야기만일 것이다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Nop!</a:t>
            </a:r>
            <a:endParaRPr lang="en-US" altLang="ko-KR"/>
          </a:p>
          <a:p>
            <a:r>
              <a:rPr lang="ko-KR" altLang="en-US" smtClean="0"/>
              <a:t>게임 화면 안에 들어가는 </a:t>
            </a:r>
            <a:r>
              <a:rPr lang="en-US" altLang="ko-KR" smtClean="0"/>
              <a:t>‘</a:t>
            </a:r>
            <a:r>
              <a:rPr lang="ko-KR" altLang="en-US" smtClean="0"/>
              <a:t>정보</a:t>
            </a:r>
            <a:r>
              <a:rPr lang="en-US" altLang="ko-KR" smtClean="0"/>
              <a:t>(</a:t>
            </a:r>
            <a:r>
              <a:rPr lang="ko-KR" altLang="en-US" smtClean="0"/>
              <a:t>콘텐츠</a:t>
            </a:r>
            <a:r>
              <a:rPr lang="en-US" altLang="ko-KR" smtClean="0"/>
              <a:t>, </a:t>
            </a:r>
            <a:r>
              <a:rPr lang="ko-KR" altLang="en-US" smtClean="0"/>
              <a:t>시스템에 대한</a:t>
            </a:r>
            <a:r>
              <a:rPr lang="en-US" altLang="ko-KR" smtClean="0"/>
              <a:t>)’</a:t>
            </a:r>
            <a:r>
              <a:rPr lang="ko-KR" altLang="en-US" smtClean="0"/>
              <a:t>가 제시되고</a:t>
            </a:r>
            <a:r>
              <a:rPr lang="en-US" altLang="ko-KR" smtClean="0"/>
              <a:t>(</a:t>
            </a:r>
            <a:r>
              <a:rPr lang="ko-KR" altLang="en-US" smtClean="0"/>
              <a:t>들어갔다가</a:t>
            </a:r>
            <a:r>
              <a:rPr lang="en-US" altLang="ko-KR" smtClean="0"/>
              <a:t>) </a:t>
            </a:r>
            <a:r>
              <a:rPr lang="ko-KR" altLang="en-US" smtClean="0"/>
              <a:t>정보가 필요없어져서 나오는</a:t>
            </a:r>
            <a:r>
              <a:rPr lang="en-US" altLang="ko-KR" smtClean="0"/>
              <a:t>(</a:t>
            </a:r>
            <a:r>
              <a:rPr lang="ko-KR" altLang="en-US" smtClean="0"/>
              <a:t>나갔다가</a:t>
            </a:r>
            <a:r>
              <a:rPr lang="en-US" altLang="ko-KR" smtClean="0"/>
              <a:t>) </a:t>
            </a:r>
            <a:r>
              <a:rPr lang="ko-KR" altLang="en-US" smtClean="0"/>
              <a:t>하는 것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1Lv </a:t>
            </a:r>
            <a:r>
              <a:rPr lang="ko-KR" altLang="en-US" smtClean="0"/>
              <a:t>토끼를 죽였더니</a:t>
            </a:r>
            <a:endParaRPr lang="en-US" altLang="ko-KR" smtClean="0"/>
          </a:p>
          <a:p>
            <a:pPr lvl="1"/>
            <a:r>
              <a:rPr lang="en-US" altLang="ko-KR" smtClean="0"/>
              <a:t>+ EXP 100              =&gt; </a:t>
            </a:r>
            <a:r>
              <a:rPr lang="ko-KR" altLang="en-US" smtClean="0"/>
              <a:t>전투 밸런스</a:t>
            </a:r>
            <a:endParaRPr lang="en-US" altLang="ko-KR" smtClean="0"/>
          </a:p>
          <a:p>
            <a:pPr lvl="1"/>
            <a:r>
              <a:rPr lang="en-US" altLang="ko-KR" smtClean="0"/>
              <a:t>+ Game Money 100 =&gt; </a:t>
            </a:r>
            <a:r>
              <a:rPr lang="ko-KR" altLang="en-US" smtClean="0"/>
              <a:t>경제 밸런스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905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1Lv </a:t>
            </a:r>
            <a:r>
              <a:rPr lang="ko-KR" altLang="en-US" smtClean="0"/>
              <a:t>토끼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예를 들면 </a:t>
            </a:r>
            <a:r>
              <a:rPr lang="en-US" altLang="ko-KR" smtClean="0"/>
              <a:t>1Lv </a:t>
            </a:r>
            <a:r>
              <a:rPr lang="ko-KR" altLang="en-US" smtClean="0"/>
              <a:t>토끼는 </a:t>
            </a:r>
            <a:r>
              <a:rPr lang="en-US" altLang="ko-KR" smtClean="0"/>
              <a:t>1Lv</a:t>
            </a:r>
            <a:r>
              <a:rPr lang="ko-KR" altLang="en-US" smtClean="0"/>
              <a:t>의 플레이어 캐릭터가 </a:t>
            </a:r>
            <a:r>
              <a:rPr lang="en-US" altLang="ko-KR" smtClean="0"/>
              <a:t>3</a:t>
            </a:r>
            <a:r>
              <a:rPr lang="ko-KR" altLang="en-US" smtClean="0"/>
              <a:t>번 공격하면 죽는다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1Lv </a:t>
            </a:r>
            <a:r>
              <a:rPr lang="ko-KR" altLang="en-US" smtClean="0"/>
              <a:t>토끼를 한 마리 죽이면 </a:t>
            </a:r>
            <a:r>
              <a:rPr lang="en-US" altLang="ko-KR" smtClean="0"/>
              <a:t>EXP 100</a:t>
            </a:r>
            <a:r>
              <a:rPr lang="ko-KR" altLang="en-US" smtClean="0"/>
              <a:t>과 </a:t>
            </a:r>
            <a:r>
              <a:rPr lang="en-US" altLang="ko-KR" smtClean="0"/>
              <a:t>Game Money 100</a:t>
            </a:r>
            <a:r>
              <a:rPr lang="ko-KR" altLang="en-US" smtClean="0"/>
              <a:t>을 얻을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 캐릭터가 </a:t>
            </a:r>
            <a:r>
              <a:rPr lang="en-US" altLang="ko-KR" smtClean="0"/>
              <a:t>2Lv</a:t>
            </a:r>
            <a:r>
              <a:rPr lang="ko-KR" altLang="en-US" smtClean="0"/>
              <a:t>이 되려면 </a:t>
            </a:r>
            <a:r>
              <a:rPr lang="en-US" altLang="ko-KR" smtClean="0"/>
              <a:t>EXP 300</a:t>
            </a:r>
            <a:r>
              <a:rPr lang="ko-KR" altLang="en-US" smtClean="0"/>
              <a:t>이 필요하다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플레이어는 </a:t>
            </a:r>
            <a:r>
              <a:rPr lang="en-US" altLang="ko-KR" smtClean="0"/>
              <a:t>2Lv</a:t>
            </a:r>
            <a:r>
              <a:rPr lang="ko-KR" altLang="en-US" smtClean="0"/>
              <a:t>이 되기 위해서 토끼를 </a:t>
            </a:r>
            <a:r>
              <a:rPr lang="en-US" altLang="ko-KR" smtClean="0"/>
              <a:t>3</a:t>
            </a:r>
            <a:r>
              <a:rPr lang="ko-KR" altLang="en-US" smtClean="0"/>
              <a:t>마리 잡아야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토끼를 </a:t>
            </a:r>
            <a:r>
              <a:rPr lang="en-US" altLang="ko-KR" smtClean="0"/>
              <a:t>3</a:t>
            </a:r>
            <a:r>
              <a:rPr lang="ko-KR" altLang="en-US" smtClean="0"/>
              <a:t>마리 잡는 데 걸리는 시간</a:t>
            </a:r>
            <a:endParaRPr lang="en-US" altLang="ko-KR" smtClean="0"/>
          </a:p>
          <a:p>
            <a:pPr lvl="1"/>
            <a:r>
              <a:rPr lang="en-US" altLang="ko-KR" smtClean="0"/>
              <a:t>1</a:t>
            </a:r>
            <a:r>
              <a:rPr lang="ko-KR" altLang="en-US" smtClean="0"/>
              <a:t>번 공격하는 데 </a:t>
            </a:r>
            <a:r>
              <a:rPr lang="en-US" altLang="ko-KR" smtClean="0"/>
              <a:t>0.2</a:t>
            </a:r>
            <a:r>
              <a:rPr lang="ko-KR" altLang="en-US" smtClean="0"/>
              <a:t>초 </a:t>
            </a:r>
            <a:r>
              <a:rPr lang="en-US" altLang="ko-KR" smtClean="0"/>
              <a:t>=&gt; 3</a:t>
            </a:r>
            <a:r>
              <a:rPr lang="ko-KR" altLang="en-US" smtClean="0"/>
              <a:t>번 공격해야 하므로 </a:t>
            </a:r>
            <a:r>
              <a:rPr lang="en-US" altLang="ko-KR" smtClean="0"/>
              <a:t>0.6</a:t>
            </a:r>
            <a:r>
              <a:rPr lang="ko-KR" altLang="en-US" smtClean="0"/>
              <a:t>로</a:t>
            </a:r>
            <a:endParaRPr lang="en-US" altLang="ko-KR" smtClean="0"/>
          </a:p>
          <a:p>
            <a:pPr lvl="1"/>
            <a:r>
              <a:rPr lang="ko-KR" altLang="en-US" smtClean="0"/>
              <a:t>다른 토끼를 잡으러 이동하는 데 </a:t>
            </a:r>
            <a:r>
              <a:rPr lang="en-US" altLang="ko-KR" smtClean="0"/>
              <a:t>3</a:t>
            </a:r>
            <a:r>
              <a:rPr lang="ko-KR" altLang="en-US" smtClean="0"/>
              <a:t>초 </a:t>
            </a:r>
            <a:r>
              <a:rPr lang="en-US" altLang="ko-KR" smtClean="0"/>
              <a:t>=&gt; 3</a:t>
            </a:r>
            <a:r>
              <a:rPr lang="ko-KR" altLang="en-US" smtClean="0"/>
              <a:t>마리 잡아야 하므로 </a:t>
            </a:r>
            <a:r>
              <a:rPr lang="en-US" altLang="ko-KR" smtClean="0"/>
              <a:t>6</a:t>
            </a:r>
            <a:r>
              <a:rPr lang="ko-KR" altLang="en-US" smtClean="0"/>
              <a:t>초</a:t>
            </a:r>
            <a:endParaRPr lang="en-US" altLang="ko-KR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토끼는 </a:t>
            </a:r>
            <a:r>
              <a:rPr lang="en-US" altLang="ko-KR" smtClean="0"/>
              <a:t>0.6*3+6=</a:t>
            </a:r>
            <a:r>
              <a:rPr lang="en-US" altLang="ko-KR" b="1" smtClean="0"/>
              <a:t>7.8</a:t>
            </a:r>
            <a:r>
              <a:rPr lang="ko-KR" altLang="en-US" b="1" smtClean="0"/>
              <a:t>초 </a:t>
            </a:r>
            <a:r>
              <a:rPr lang="ko-KR" altLang="en-US" smtClean="0"/>
              <a:t>이후에는 쓸모없어진다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플레이어는 </a:t>
            </a:r>
            <a:r>
              <a:rPr lang="en-US" altLang="ko-KR" b="1" smtClean="0"/>
              <a:t>2Lv</a:t>
            </a:r>
            <a:r>
              <a:rPr lang="ko-KR" altLang="en-US" b="1" smtClean="0"/>
              <a:t>이 되었고</a:t>
            </a:r>
            <a:r>
              <a:rPr lang="en-US" altLang="ko-KR" b="1" smtClean="0"/>
              <a:t>, </a:t>
            </a:r>
            <a:r>
              <a:rPr lang="ko-KR" altLang="en-US" b="1" smtClean="0"/>
              <a:t>여우를 잡으러 갈 거기 때문에</a:t>
            </a:r>
            <a:r>
              <a:rPr lang="en-US" altLang="ko-KR" b="1" smtClean="0"/>
              <a:t>.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83646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1Lv </a:t>
            </a:r>
            <a:r>
              <a:rPr lang="ko-KR" altLang="en-US" smtClean="0"/>
              <a:t>토끼 밸런스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실제로 개발할 때 </a:t>
            </a:r>
            <a:r>
              <a:rPr lang="en-US" altLang="ko-KR" smtClean="0"/>
              <a:t>1Lv </a:t>
            </a:r>
            <a:r>
              <a:rPr lang="ko-KR" altLang="en-US" smtClean="0"/>
              <a:t>토끼를 만드려면</a:t>
            </a:r>
            <a:endParaRPr lang="en-US" altLang="ko-KR" smtClean="0"/>
          </a:p>
          <a:p>
            <a:pPr lvl="1"/>
            <a:r>
              <a:rPr lang="ko-KR" altLang="en-US" b="1" smtClean="0"/>
              <a:t>기획자 </a:t>
            </a:r>
            <a:r>
              <a:rPr lang="en-US" altLang="ko-KR" b="1" smtClean="0"/>
              <a:t>3</a:t>
            </a:r>
            <a:r>
              <a:rPr lang="ko-KR" altLang="en-US" b="1" smtClean="0"/>
              <a:t>일</a:t>
            </a:r>
            <a:endParaRPr lang="en-US" altLang="ko-KR" b="1" smtClean="0"/>
          </a:p>
          <a:p>
            <a:pPr lvl="1"/>
            <a:r>
              <a:rPr lang="ko-KR" altLang="en-US" b="1" smtClean="0"/>
              <a:t>원화가 </a:t>
            </a:r>
            <a:r>
              <a:rPr lang="en-US" altLang="ko-KR" b="1" smtClean="0"/>
              <a:t>5</a:t>
            </a:r>
            <a:r>
              <a:rPr lang="ko-KR" altLang="en-US" b="1" smtClean="0"/>
              <a:t>일</a:t>
            </a:r>
            <a:endParaRPr lang="en-US" altLang="ko-KR" b="1" smtClean="0"/>
          </a:p>
          <a:p>
            <a:pPr lvl="1"/>
            <a:r>
              <a:rPr lang="ko-KR" altLang="en-US" b="1" smtClean="0"/>
              <a:t>모델러 </a:t>
            </a:r>
            <a:r>
              <a:rPr lang="en-US" altLang="ko-KR" b="1" smtClean="0"/>
              <a:t>5</a:t>
            </a:r>
            <a:r>
              <a:rPr lang="ko-KR" altLang="en-US" b="1" smtClean="0"/>
              <a:t>일</a:t>
            </a:r>
            <a:endParaRPr lang="en-US" altLang="ko-KR" b="1" smtClean="0"/>
          </a:p>
          <a:p>
            <a:pPr lvl="1"/>
            <a:r>
              <a:rPr lang="ko-KR" altLang="en-US" b="1" smtClean="0"/>
              <a:t>애니메이터 </a:t>
            </a:r>
            <a:r>
              <a:rPr lang="en-US" altLang="ko-KR" b="1" smtClean="0"/>
              <a:t>2</a:t>
            </a:r>
            <a:r>
              <a:rPr lang="ko-KR" altLang="en-US" b="1" smtClean="0"/>
              <a:t>일</a:t>
            </a:r>
            <a:endParaRPr lang="en-US" altLang="ko-KR" b="1" smtClean="0"/>
          </a:p>
          <a:p>
            <a:pPr lvl="1"/>
            <a:r>
              <a:rPr lang="ko-KR" altLang="en-US" b="1" smtClean="0"/>
              <a:t>이펙터 </a:t>
            </a:r>
            <a:r>
              <a:rPr lang="en-US" altLang="ko-KR" b="1" smtClean="0"/>
              <a:t>1</a:t>
            </a:r>
            <a:r>
              <a:rPr lang="ko-KR" altLang="en-US" b="1" smtClean="0"/>
              <a:t>일</a:t>
            </a:r>
            <a:endParaRPr lang="en-US" altLang="ko-KR" b="1" smtClean="0"/>
          </a:p>
          <a:p>
            <a:pPr lvl="1"/>
            <a:r>
              <a:rPr lang="ko-KR" altLang="en-US" b="1" smtClean="0"/>
              <a:t>프로그래머 </a:t>
            </a:r>
            <a:r>
              <a:rPr lang="en-US" altLang="ko-KR" b="1" smtClean="0"/>
              <a:t>3</a:t>
            </a:r>
            <a:r>
              <a:rPr lang="ko-KR" altLang="en-US" b="1" smtClean="0"/>
              <a:t>일</a:t>
            </a:r>
            <a:endParaRPr lang="en-US" altLang="ko-KR" b="1"/>
          </a:p>
          <a:p>
            <a:r>
              <a:rPr lang="ko-KR" altLang="en-US" b="1" smtClean="0"/>
              <a:t>총 </a:t>
            </a:r>
            <a:r>
              <a:rPr lang="en-US" altLang="ko-KR" b="1" smtClean="0"/>
              <a:t>4</a:t>
            </a:r>
            <a:r>
              <a:rPr lang="ko-KR" altLang="en-US" b="1" smtClean="0"/>
              <a:t>주 </a:t>
            </a:r>
            <a:r>
              <a:rPr lang="ko-KR" altLang="en-US" smtClean="0"/>
              <a:t>정도 걸린다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이게 진짜</a:t>
            </a:r>
            <a:r>
              <a:rPr lang="ko-KR" altLang="en-US" b="1" smtClean="0"/>
              <a:t> 밸런스</a:t>
            </a:r>
            <a:r>
              <a:rPr lang="ko-KR" altLang="en-US" smtClean="0"/>
              <a:t>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(</a:t>
            </a:r>
            <a:r>
              <a:rPr lang="ko-KR" altLang="en-US" smtClean="0"/>
              <a:t>토끼를 만드는 데 </a:t>
            </a:r>
            <a:r>
              <a:rPr lang="en-US" altLang="ko-KR" smtClean="0"/>
              <a:t>4</a:t>
            </a:r>
            <a:r>
              <a:rPr lang="ko-KR" altLang="en-US" smtClean="0"/>
              <a:t>주 걸리지만</a:t>
            </a:r>
            <a:r>
              <a:rPr lang="en-US" altLang="ko-KR" smtClean="0"/>
              <a:t>, </a:t>
            </a:r>
            <a:r>
              <a:rPr lang="ko-KR" altLang="en-US" smtClean="0"/>
              <a:t>각 유저들마다 토끼는 </a:t>
            </a:r>
            <a:r>
              <a:rPr lang="en-US" altLang="ko-KR" smtClean="0"/>
              <a:t>7.8</a:t>
            </a:r>
            <a:r>
              <a:rPr lang="ko-KR" altLang="en-US" smtClean="0"/>
              <a:t>초 이후에는 쓸모없어진다</a:t>
            </a:r>
            <a:r>
              <a:rPr lang="en-US" altLang="ko-KR" smtClean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16667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</a:t>
            </a:r>
            <a:r>
              <a:rPr lang="en-US" altLang="ko-KR" smtClean="0"/>
              <a:t>= </a:t>
            </a:r>
            <a:r>
              <a:rPr lang="ko-KR" altLang="en-US" smtClean="0"/>
              <a:t>콘텐츠의 라이프 사이클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Contents Life Cycle</a:t>
            </a:r>
          </a:p>
          <a:p>
            <a:r>
              <a:rPr lang="ko-KR" altLang="en-US" smtClean="0"/>
              <a:t>내용물의 생명 주기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토끼가 얼마의 시간 동안</a:t>
            </a:r>
            <a:r>
              <a:rPr lang="en-US" altLang="ko-KR" smtClean="0"/>
              <a:t>, </a:t>
            </a:r>
            <a:r>
              <a:rPr lang="ko-KR" altLang="en-US" smtClean="0"/>
              <a:t>어느 정도의 난이도로</a:t>
            </a:r>
            <a:r>
              <a:rPr lang="en-US" altLang="ko-KR" smtClean="0"/>
              <a:t>, </a:t>
            </a:r>
            <a:r>
              <a:rPr lang="ko-KR" altLang="en-US" smtClean="0"/>
              <a:t>유저와 마주하는 것이 가장 재미있는지</a:t>
            </a:r>
            <a:r>
              <a:rPr lang="en-US" altLang="ko-KR" smtClean="0"/>
              <a:t>?</a:t>
            </a:r>
          </a:p>
          <a:p>
            <a:r>
              <a:rPr lang="ko-KR" altLang="en-US" smtClean="0"/>
              <a:t>이를 설계하는 사람이 </a:t>
            </a:r>
            <a:r>
              <a:rPr lang="en-US" altLang="ko-KR" b="1" smtClean="0"/>
              <a:t>‘</a:t>
            </a:r>
            <a:r>
              <a:rPr lang="ko-KR" altLang="en-US" b="1" smtClean="0"/>
              <a:t>밸런스 디자이너 </a:t>
            </a:r>
            <a:r>
              <a:rPr lang="en-US" altLang="ko-KR" b="1" smtClean="0"/>
              <a:t>(Balance Designer)’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57825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2" y="178052"/>
            <a:ext cx="8823156" cy="650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6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을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게임을 안 할 사람은</a:t>
            </a:r>
            <a:r>
              <a:rPr lang="en-US" altLang="ko-KR" smtClean="0"/>
              <a:t>(</a:t>
            </a:r>
            <a:r>
              <a:rPr lang="ko-KR" altLang="en-US" smtClean="0"/>
              <a:t>재미없다고 느끼면</a:t>
            </a:r>
            <a:r>
              <a:rPr lang="en-US" altLang="ko-KR" smtClean="0"/>
              <a:t>)</a:t>
            </a:r>
            <a:r>
              <a:rPr lang="ko-KR" altLang="en-US"/>
              <a:t> </a:t>
            </a:r>
            <a:r>
              <a:rPr lang="en-US" altLang="ko-KR" smtClean="0"/>
              <a:t>3~5</a:t>
            </a:r>
            <a:r>
              <a:rPr lang="ko-KR" altLang="en-US" smtClean="0"/>
              <a:t>분 안에 떠난다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10</a:t>
            </a:r>
            <a:r>
              <a:rPr lang="ko-KR" altLang="en-US" smtClean="0"/>
              <a:t>분</a:t>
            </a:r>
            <a:r>
              <a:rPr lang="en-US" altLang="ko-KR" smtClean="0"/>
              <a:t>, 30</a:t>
            </a:r>
            <a:r>
              <a:rPr lang="ko-KR" altLang="en-US" smtClean="0"/>
              <a:t>분을 넘기면 </a:t>
            </a:r>
            <a:r>
              <a:rPr lang="en-US" altLang="ko-KR" smtClean="0"/>
              <a:t>Best</a:t>
            </a:r>
          </a:p>
          <a:p>
            <a:r>
              <a:rPr lang="en-US" altLang="ko-KR" smtClean="0"/>
              <a:t>1</a:t>
            </a:r>
            <a:r>
              <a:rPr lang="ko-KR" altLang="en-US" smtClean="0"/>
              <a:t>시간을 넘기면 안정화 단계 </a:t>
            </a:r>
            <a:r>
              <a:rPr lang="en-US" altLang="ko-KR" smtClean="0"/>
              <a:t>=&gt; </a:t>
            </a:r>
            <a:r>
              <a:rPr lang="ko-KR" altLang="en-US" smtClean="0"/>
              <a:t>재접속률이 높아진다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전투가 없는 게임에서도 밸런스는 중요하다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게임이 진행되는 </a:t>
            </a:r>
            <a:r>
              <a:rPr lang="en-US" altLang="ko-KR" smtClean="0"/>
              <a:t>3</a:t>
            </a:r>
            <a:r>
              <a:rPr lang="ko-KR" altLang="en-US" smtClean="0"/>
              <a:t>분 </a:t>
            </a:r>
            <a:r>
              <a:rPr lang="en-US" altLang="ko-KR" smtClean="0"/>
              <a:t>30</a:t>
            </a:r>
            <a:r>
              <a:rPr lang="ko-KR" altLang="en-US" smtClean="0"/>
              <a:t>초 동안 지루하지 않았고</a:t>
            </a:r>
            <a:r>
              <a:rPr lang="en-US" altLang="ko-KR" smtClean="0"/>
              <a:t>, </a:t>
            </a:r>
            <a:r>
              <a:rPr lang="ko-KR" altLang="en-US" smtClean="0"/>
              <a:t>흥미로웠다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밸런스가 잘 만들어졌음을 의미한다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33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쉽고 어려움에 대해 살펴보자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동상의 뺨을 만지는 건 이 동상이 나 혹은 나와 같은 방향을 가진다는 걸 의미한다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게임은 </a:t>
            </a:r>
            <a:r>
              <a:rPr lang="en-US" altLang="ko-KR" smtClean="0"/>
              <a:t>‘</a:t>
            </a:r>
            <a:r>
              <a:rPr lang="ko-KR" altLang="en-US" smtClean="0"/>
              <a:t>퍼즐 액션</a:t>
            </a:r>
            <a:r>
              <a:rPr lang="en-US" altLang="ko-KR" smtClean="0"/>
              <a:t>’</a:t>
            </a:r>
            <a:r>
              <a:rPr lang="ko-KR" altLang="en-US" smtClean="0"/>
              <a:t>이다</a:t>
            </a:r>
            <a:r>
              <a:rPr lang="en-US" altLang="ko-KR" smtClean="0"/>
              <a:t>. (‘</a:t>
            </a:r>
            <a:r>
              <a:rPr lang="ko-KR" altLang="en-US" smtClean="0"/>
              <a:t>액션 퍼즐</a:t>
            </a:r>
            <a:r>
              <a:rPr lang="en-US" altLang="ko-KR" smtClean="0"/>
              <a:t>‘</a:t>
            </a:r>
            <a:r>
              <a:rPr lang="ko-KR" altLang="en-US" smtClean="0"/>
              <a:t>이 아님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따라서 수영을 못하는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수영을 하는 순간 퍼즐을 풀 필요가 없기 때문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수영을 못하는 건 </a:t>
            </a:r>
            <a:r>
              <a:rPr lang="en-US" altLang="ko-KR" smtClean="0"/>
              <a:t>‘</a:t>
            </a:r>
            <a:r>
              <a:rPr lang="ko-KR" altLang="en-US" smtClean="0"/>
              <a:t>레벨</a:t>
            </a:r>
            <a:r>
              <a:rPr lang="en-US" altLang="ko-KR" smtClean="0"/>
              <a:t>‘</a:t>
            </a:r>
            <a:r>
              <a:rPr lang="ko-KR" altLang="en-US" smtClean="0"/>
              <a:t>적인 이유도 있지만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‘</a:t>
            </a:r>
            <a:r>
              <a:rPr lang="ko-KR" altLang="en-US" smtClean="0"/>
              <a:t>밸런스</a:t>
            </a:r>
            <a:r>
              <a:rPr lang="en-US" altLang="ko-KR" smtClean="0"/>
              <a:t>’</a:t>
            </a:r>
            <a:r>
              <a:rPr lang="ko-KR" altLang="en-US" smtClean="0"/>
              <a:t>적인 이유가 크다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684" y="3729288"/>
            <a:ext cx="3168316" cy="312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8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5</a:t>
            </a:r>
            <a:r>
              <a:rPr lang="ko-KR" altLang="en-US" smtClean="0"/>
              <a:t>분 정도 시간이 자연스럽게 흘러갔고</a:t>
            </a:r>
            <a:r>
              <a:rPr lang="en-US" altLang="ko-KR" smtClean="0"/>
              <a:t>, </a:t>
            </a:r>
            <a:r>
              <a:rPr lang="ko-KR" altLang="en-US" smtClean="0"/>
              <a:t>지루하지 않았다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밸런스가 잘 만들어진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이렇게 만들기 쉽지 않다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부가적인 스토리텔링 보상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161" y="2279026"/>
            <a:ext cx="2645839" cy="273655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81547"/>
            <a:ext cx="1925053" cy="227645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53" y="4581546"/>
            <a:ext cx="3279795" cy="227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3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다른 선택지를 선택하면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이제 </a:t>
            </a:r>
            <a:r>
              <a:rPr lang="en-US" altLang="ko-KR" smtClean="0"/>
              <a:t>Game Over</a:t>
            </a:r>
            <a:r>
              <a:rPr lang="ko-KR" altLang="en-US" smtClean="0"/>
              <a:t>가 되기 시작</a:t>
            </a:r>
            <a:endParaRPr lang="en-US" altLang="ko-KR"/>
          </a:p>
          <a:p>
            <a:endParaRPr lang="en-US" altLang="ko-KR" smtClean="0"/>
          </a:p>
          <a:p>
            <a:pPr marL="0" indent="0">
              <a:buNone/>
            </a:pPr>
            <a:endParaRPr lang="en-US" altLang="ko-KR" smtClean="0"/>
          </a:p>
          <a:p>
            <a:r>
              <a:rPr lang="ko-KR" altLang="en-US" smtClean="0"/>
              <a:t>새로운 플레이 작용요소가 나오면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난이도를 낮춰야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난이도를 낮추지 않으면</a:t>
            </a:r>
            <a:r>
              <a:rPr lang="en-US" altLang="ko-KR" smtClean="0"/>
              <a:t>, </a:t>
            </a:r>
            <a:r>
              <a:rPr lang="ko-KR" altLang="en-US" smtClean="0"/>
              <a:t>재미없게 느껴서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게임 플레이를 그만둔다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NPC</a:t>
            </a:r>
            <a:r>
              <a:rPr lang="ko-KR" altLang="en-US" smtClean="0"/>
              <a:t>나 애니메이션 등 연출을 통해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 문제를 해결할 수 있다</a:t>
            </a:r>
            <a:r>
              <a:rPr lang="en-US" altLang="ko-KR" smtClean="0"/>
              <a:t>.</a:t>
            </a: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901" y="1690688"/>
            <a:ext cx="3038899" cy="214342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01" y="4286429"/>
            <a:ext cx="3038899" cy="220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1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비전투 게임에서의 난이도는 이런 식으로 올린다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키를 하나만 누르다가 다른 키를 동시에 혹은 타이밍 맞게 누르는 식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재미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유저가 적절한 시련과 고난을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게임에서 마주하면 재미를 느낀다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783" y="3161783"/>
            <a:ext cx="4239217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62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10</a:t>
            </a:r>
            <a:r>
              <a:rPr lang="ko-KR" altLang="en-US" smtClean="0"/>
              <a:t>분 정도 시간이 흐르는 동안에도 흥미를 잃지 않았다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63" y="2660331"/>
            <a:ext cx="8605837" cy="419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7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시각적인 그래픽적인 보상을 주는 부분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3646"/>
            <a:ext cx="6096000" cy="435825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88076"/>
            <a:ext cx="6096000" cy="31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0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[Arise] – ‘</a:t>
            </a:r>
            <a:r>
              <a:rPr lang="ko-KR" altLang="en-US" smtClean="0"/>
              <a:t>난이도</a:t>
            </a:r>
            <a:r>
              <a:rPr lang="en-US" altLang="ko-KR" smtClean="0"/>
              <a:t>’</a:t>
            </a:r>
            <a:r>
              <a:rPr lang="ko-KR" altLang="en-US"/>
              <a:t>를</a:t>
            </a:r>
            <a:r>
              <a:rPr lang="ko-KR" altLang="en-US" smtClean="0"/>
              <a:t> 보면서 분석하기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여기까지 </a:t>
            </a:r>
            <a:r>
              <a:rPr lang="en-US" altLang="ko-KR" smtClean="0"/>
              <a:t>15</a:t>
            </a:r>
            <a:r>
              <a:rPr lang="ko-KR" altLang="en-US" smtClean="0"/>
              <a:t>분이 흘렀다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여기까지 플레이어가 플레이했다면</a:t>
            </a:r>
            <a:r>
              <a:rPr lang="en-US" altLang="ko-KR" smtClean="0"/>
              <a:t>, 2</a:t>
            </a:r>
            <a:r>
              <a:rPr lang="ko-KR" altLang="en-US" smtClean="0"/>
              <a:t>단계는 뛰어넘은 것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90" y="3742890"/>
            <a:ext cx="329611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46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모바일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밸런스적인 시간이 </a:t>
            </a:r>
            <a:r>
              <a:rPr lang="en-US" altLang="ko-KR" smtClean="0"/>
              <a:t>1</a:t>
            </a:r>
            <a:r>
              <a:rPr lang="ko-KR" altLang="en-US" smtClean="0"/>
              <a:t>분 내외</a:t>
            </a:r>
            <a:r>
              <a:rPr lang="en-US" altLang="ko-KR" smtClean="0"/>
              <a:t>, </a:t>
            </a:r>
            <a:r>
              <a:rPr lang="ko-KR" altLang="en-US" smtClean="0"/>
              <a:t>혹은 진짜 자극적인 게임들은 </a:t>
            </a:r>
            <a:r>
              <a:rPr lang="en-US" altLang="ko-KR" smtClean="0"/>
              <a:t>30</a:t>
            </a:r>
            <a:r>
              <a:rPr lang="ko-KR" altLang="en-US" smtClean="0"/>
              <a:t>초 내외로 끝난다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더 빠르면 </a:t>
            </a:r>
            <a:r>
              <a:rPr lang="en-US" altLang="ko-KR" smtClean="0"/>
              <a:t>10</a:t>
            </a:r>
            <a:r>
              <a:rPr lang="ko-KR" altLang="en-US" smtClean="0"/>
              <a:t>초 안에도 끝난다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모바일은 이 정도의 시간이면 충분하기 때문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PC </a:t>
            </a:r>
            <a:r>
              <a:rPr lang="ko-KR" altLang="en-US" smtClean="0"/>
              <a:t>게임은 유저들이 마음을 먹고 시간을 내서 앉아서 게임을 시작하기 때문에 모바일보다 플레이를 이어나가려는 의지가 강하긴 하지만</a:t>
            </a:r>
            <a:r>
              <a:rPr lang="en-US" altLang="ko-KR" smtClean="0"/>
              <a:t>, </a:t>
            </a:r>
            <a:r>
              <a:rPr lang="ko-KR" altLang="en-US" smtClean="0"/>
              <a:t>부분 유료같은 게임은 좀 더 신경써야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9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최고의 명작 </a:t>
            </a:r>
            <a:r>
              <a:rPr lang="en-US" altLang="ko-KR" smtClean="0"/>
              <a:t>– [</a:t>
            </a:r>
            <a:r>
              <a:rPr lang="ko-KR" altLang="en-US" smtClean="0"/>
              <a:t>라스트오브어스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을 잘 보면서 영상을 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플레이어가 플레이하지 않는 동안 </a:t>
            </a:r>
            <a:r>
              <a:rPr lang="en-US" altLang="ko-KR" smtClean="0"/>
              <a:t>3</a:t>
            </a:r>
            <a:r>
              <a:rPr lang="ko-KR" altLang="en-US" smtClean="0"/>
              <a:t>분을 넘긴다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3</a:t>
            </a:r>
            <a:r>
              <a:rPr lang="ko-KR" altLang="en-US" smtClean="0"/>
              <a:t>분 이후부터 직접 플레이 가능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이렇게 </a:t>
            </a:r>
            <a:r>
              <a:rPr lang="en-US" altLang="ko-KR" smtClean="0"/>
              <a:t>1</a:t>
            </a:r>
            <a:r>
              <a:rPr lang="ko-KR" altLang="en-US" smtClean="0"/>
              <a:t>단계 넘긴 것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58" y="3429000"/>
            <a:ext cx="533674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77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한국 게임 영상 예시 </a:t>
            </a:r>
            <a:r>
              <a:rPr lang="en-US" altLang="ko-KR" smtClean="0"/>
              <a:t>– [</a:t>
            </a:r>
            <a:r>
              <a:rPr lang="ko-KR" altLang="en-US" smtClean="0"/>
              <a:t>스텔라블레이드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이것도 플레이하지 않는 동안 </a:t>
            </a:r>
            <a:r>
              <a:rPr lang="en-US" altLang="ko-KR" smtClean="0"/>
              <a:t>3</a:t>
            </a:r>
            <a:r>
              <a:rPr lang="ko-KR" altLang="en-US" smtClean="0"/>
              <a:t>분이 흘렀다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물론 이 연출은 돈이 매우 많이 든다</a:t>
            </a:r>
            <a:r>
              <a:rPr lang="en-US" altLang="ko-KR" smtClean="0"/>
              <a:t>. 10</a:t>
            </a:r>
            <a:r>
              <a:rPr lang="ko-KR" altLang="en-US" smtClean="0"/>
              <a:t>억 정도</a:t>
            </a:r>
            <a:r>
              <a:rPr lang="en-US" altLang="ko-KR" smtClean="0"/>
              <a:t>…</a:t>
            </a:r>
            <a:r>
              <a:rPr lang="ko-KR" altLang="en-US" smtClean="0"/>
              <a:t>ㄷㄷㄷ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953" y="3118270"/>
            <a:ext cx="6655047" cy="37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53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같은 팀에게 해를 입히는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하드코어 게임류는 같은 팀이라도 해를 입힐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요새는 라이트</a:t>
            </a:r>
            <a:r>
              <a:rPr lang="en-US" altLang="ko-KR" smtClean="0"/>
              <a:t>/</a:t>
            </a:r>
            <a:r>
              <a:rPr lang="ko-KR" altLang="en-US" smtClean="0"/>
              <a:t>미들 유저들이 그걸 감당하지 못해서 커뮤니티가 파괴되므로</a:t>
            </a:r>
            <a:endParaRPr lang="en-US" altLang="ko-KR" smtClean="0"/>
          </a:p>
          <a:p>
            <a:r>
              <a:rPr lang="ko-KR" altLang="en-US" smtClean="0"/>
              <a:t>게임이 존속되는 데 방해되기 때문에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하드 코어 게임들도 그렇게 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그러나 반대로 말하면</a:t>
            </a:r>
            <a:r>
              <a:rPr lang="en-US" altLang="ko-KR" smtClean="0"/>
              <a:t>, </a:t>
            </a:r>
            <a:r>
              <a:rPr lang="ko-KR" altLang="en-US" smtClean="0"/>
              <a:t>남들이 안 하니까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그런 게임을 만들게 되면 시장에서 우위를 선점할 수 있다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밸런스적인 판단 하나만으로도 게임을 성공시킬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685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6262" y="1825625"/>
            <a:ext cx="11039476" cy="4351338"/>
          </a:xfrm>
        </p:spPr>
        <p:txBody>
          <a:bodyPr/>
          <a:lstStyle/>
          <a:p>
            <a:r>
              <a:rPr lang="ko-KR" altLang="en-US" smtClean="0"/>
              <a:t>밸런스에서 </a:t>
            </a:r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은 매우 중요하다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밸런스는 </a:t>
            </a:r>
            <a:r>
              <a:rPr lang="ko-KR" altLang="en-US" b="1" smtClean="0"/>
              <a:t>게임의 재밌는 시간을 관리하는 것</a:t>
            </a:r>
            <a:r>
              <a:rPr lang="ko-KR" altLang="en-US" smtClean="0"/>
              <a:t>이라고 할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843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79" y="67461"/>
            <a:ext cx="9160042" cy="672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68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022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5326" y="1825625"/>
            <a:ext cx="11181348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낮은 레벨의 몬스터들을 일정 시간 이상 사냥하지 않으면</a:t>
            </a:r>
            <a:endParaRPr lang="en-US" altLang="ko-KR" smtClean="0"/>
          </a:p>
          <a:p>
            <a:r>
              <a:rPr lang="ko-KR" altLang="en-US" smtClean="0"/>
              <a:t>근처 마을에 그 몬스터들이 침입해서 </a:t>
            </a:r>
            <a:r>
              <a:rPr lang="en-US" altLang="ko-KR" smtClean="0"/>
              <a:t>NPC</a:t>
            </a:r>
            <a:r>
              <a:rPr lang="ko-KR" altLang="en-US" smtClean="0"/>
              <a:t>들을 습격한다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때 플레이어가 몬스터의 소굴까지 완전히 소탕하면 그 몬스터 종족</a:t>
            </a:r>
            <a:r>
              <a:rPr lang="en-US" altLang="ko-KR" smtClean="0"/>
              <a:t>(?)</a:t>
            </a:r>
            <a:r>
              <a:rPr lang="ko-KR" altLang="en-US" smtClean="0"/>
              <a:t>은 아예 사라진다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마을에 있는 몬스터들만 소탕하면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이전처럼 일정 시간 동안 잡지 않으면 다시 마을을 침입한다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이렇게 되면</a:t>
            </a:r>
            <a:r>
              <a:rPr lang="en-US" altLang="ko-KR" smtClean="0"/>
              <a:t>, </a:t>
            </a:r>
            <a:r>
              <a:rPr lang="ko-KR" altLang="en-US" smtClean="0"/>
              <a:t>만약 퀘스트나 이벤트 같은 데서 저렙 몬스터의 아이템이 필요할 때</a:t>
            </a:r>
            <a:r>
              <a:rPr lang="en-US" altLang="ko-KR" smtClean="0"/>
              <a:t>, </a:t>
            </a:r>
            <a:r>
              <a:rPr lang="ko-KR" altLang="en-US" smtClean="0"/>
              <a:t>고렙 유저들은 저렙 유저들과 교류하고 거래해야 할 수 있고</a:t>
            </a:r>
            <a:r>
              <a:rPr lang="en-US" altLang="ko-KR" smtClean="0"/>
              <a:t>, </a:t>
            </a:r>
            <a:r>
              <a:rPr lang="ko-KR" altLang="en-US" smtClean="0"/>
              <a:t>저렙 유저들은 고렙 유저들의 도움을 받을 수도 있을 것이다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이게 유의미할 지는 나중에 기회가 된다면 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645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734</Words>
  <Application>Microsoft Office PowerPoint</Application>
  <PresentationFormat>와이드스크린</PresentationFormat>
  <Paragraphs>114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이번 달에 배울 영역 : 밸런스 Balance</vt:lpstr>
      <vt:lpstr>1Lv 토끼</vt:lpstr>
      <vt:lpstr>1Lv 토끼 밸런스</vt:lpstr>
      <vt:lpstr>밸런스 = 콘텐츠의 라이프 사이클</vt:lpstr>
      <vt:lpstr>PowerPoint 프레젠테이션</vt:lpstr>
      <vt:lpstr>[Arise] – ‘시간’을 보면서 분석하기</vt:lpstr>
      <vt:lpstr>[Arise] – ‘난이도’를 보면서 분석하기</vt:lpstr>
      <vt:lpstr>[Arise] – ‘난이도’를 보면서 분석하기</vt:lpstr>
      <vt:lpstr>[Arise] – ‘난이도’를 보면서 분석하기</vt:lpstr>
      <vt:lpstr>[Arise] – ‘난이도’를 보면서 분석하기</vt:lpstr>
      <vt:lpstr>[Arise] – ‘난이도’를 보면서 분석하기</vt:lpstr>
      <vt:lpstr>[Arise] – ‘난이도’를 보면서 분석하기</vt:lpstr>
      <vt:lpstr>[Arise] – ‘난이도’를 보면서 분석하기</vt:lpstr>
      <vt:lpstr>모바일 게임</vt:lpstr>
      <vt:lpstr>최고의 명작 – [라스트오브어스]</vt:lpstr>
      <vt:lpstr>한국 게임 영상 예시 – [스텔라블레이드]</vt:lpstr>
      <vt:lpstr>같은 팀에게 해를 입히는 것</vt:lpstr>
      <vt:lpstr>‘시간’</vt:lpstr>
      <vt:lpstr>PowerPoint 프레젠테이션</vt:lpstr>
      <vt:lpstr>PowerPoint 프레젠테이션</vt:lpstr>
      <vt:lpstr>떠오른 생각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이번 달에 배울 영역 : 밸런스 Balance</dc:title>
  <dc:creator>FullName</dc:creator>
  <cp:lastModifiedBy>FullName</cp:lastModifiedBy>
  <cp:revision>12</cp:revision>
  <dcterms:created xsi:type="dcterms:W3CDTF">2026-07-15T04:41:51Z</dcterms:created>
  <dcterms:modified xsi:type="dcterms:W3CDTF">2026-07-15T06:52:01Z</dcterms:modified>
</cp:coreProperties>
</file>