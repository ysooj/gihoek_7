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66" d="100"/>
          <a:sy n="66" d="100"/>
        </p:scale>
        <p:origin x="-240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AF232-DB1F-4E7B-961B-091AE5BB74B4}" type="datetimeFigureOut">
              <a:rPr lang="ko-KR" altLang="en-US" smtClean="0"/>
              <a:t>2026-07-31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5D9DD-9A5C-465F-8A67-3F683AA0E0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5797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AF232-DB1F-4E7B-961B-091AE5BB74B4}" type="datetimeFigureOut">
              <a:rPr lang="ko-KR" altLang="en-US" smtClean="0"/>
              <a:t>2026-07-31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5D9DD-9A5C-465F-8A67-3F683AA0E0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4843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AF232-DB1F-4E7B-961B-091AE5BB74B4}" type="datetimeFigureOut">
              <a:rPr lang="ko-KR" altLang="en-US" smtClean="0"/>
              <a:t>2026-07-31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5D9DD-9A5C-465F-8A67-3F683AA0E0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4887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AF232-DB1F-4E7B-961B-091AE5BB74B4}" type="datetimeFigureOut">
              <a:rPr lang="ko-KR" altLang="en-US" smtClean="0"/>
              <a:t>2026-07-31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5D9DD-9A5C-465F-8A67-3F683AA0E0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18454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AF232-DB1F-4E7B-961B-091AE5BB74B4}" type="datetimeFigureOut">
              <a:rPr lang="ko-KR" altLang="en-US" smtClean="0"/>
              <a:t>2026-07-31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5D9DD-9A5C-465F-8A67-3F683AA0E0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6394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AF232-DB1F-4E7B-961B-091AE5BB74B4}" type="datetimeFigureOut">
              <a:rPr lang="ko-KR" altLang="en-US" smtClean="0"/>
              <a:t>2026-07-31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5D9DD-9A5C-465F-8A67-3F683AA0E0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3303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AF232-DB1F-4E7B-961B-091AE5BB74B4}" type="datetimeFigureOut">
              <a:rPr lang="ko-KR" altLang="en-US" smtClean="0"/>
              <a:t>2026-07-31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5D9DD-9A5C-465F-8A67-3F683AA0E0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2494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AF232-DB1F-4E7B-961B-091AE5BB74B4}" type="datetimeFigureOut">
              <a:rPr lang="ko-KR" altLang="en-US" smtClean="0"/>
              <a:t>2026-07-31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5D9DD-9A5C-465F-8A67-3F683AA0E0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7138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AF232-DB1F-4E7B-961B-091AE5BB74B4}" type="datetimeFigureOut">
              <a:rPr lang="ko-KR" altLang="en-US" smtClean="0"/>
              <a:t>2026-07-31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5D9DD-9A5C-465F-8A67-3F683AA0E0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31443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AF232-DB1F-4E7B-961B-091AE5BB74B4}" type="datetimeFigureOut">
              <a:rPr lang="ko-KR" altLang="en-US" smtClean="0"/>
              <a:t>2026-07-31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5D9DD-9A5C-465F-8A67-3F683AA0E0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6472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AF232-DB1F-4E7B-961B-091AE5BB74B4}" type="datetimeFigureOut">
              <a:rPr lang="ko-KR" altLang="en-US" smtClean="0"/>
              <a:t>2026-07-31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5D9DD-9A5C-465F-8A67-3F683AA0E0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10469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CAF232-DB1F-4E7B-961B-091AE5BB74B4}" type="datetimeFigureOut">
              <a:rPr lang="ko-KR" altLang="en-US" smtClean="0"/>
              <a:t>2026-07-31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D5D9DD-9A5C-465F-8A67-3F683AA0E0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4909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787" y="386901"/>
            <a:ext cx="8298426" cy="6084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868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문서에 대하여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425677" y="1825625"/>
            <a:ext cx="9340646" cy="4351338"/>
          </a:xfrm>
        </p:spPr>
        <p:txBody>
          <a:bodyPr/>
          <a:lstStyle/>
          <a:p>
            <a:r>
              <a:rPr lang="ko-KR" altLang="en-US" smtClean="0"/>
              <a:t>특정한 수치에 대해서 해당 수치가 왜 그 수치로 설정된 건지에 대해서</a:t>
            </a:r>
            <a:endParaRPr lang="en-US" altLang="ko-KR" smtClean="0"/>
          </a:p>
          <a:p>
            <a:endParaRPr lang="en-US" altLang="ko-KR" smtClean="0"/>
          </a:p>
          <a:p>
            <a:r>
              <a:rPr lang="ko-KR" altLang="en-US" smtClean="0"/>
              <a:t>면접 때 잘 말할 수 있도록 수치에 대한 이유를 잘 생각하면서 수치를 만들어나가보자</a:t>
            </a:r>
            <a:r>
              <a:rPr lang="en-US" altLang="ko-KR" smtClean="0"/>
              <a:t>.</a:t>
            </a:r>
          </a:p>
          <a:p>
            <a:endParaRPr lang="en-US" altLang="ko-KR" smtClean="0"/>
          </a:p>
          <a:p>
            <a:r>
              <a:rPr lang="ko-KR" altLang="en-US" smtClean="0"/>
              <a:t>혹은 엑셀의 </a:t>
            </a:r>
            <a:r>
              <a:rPr lang="en-US" altLang="ko-KR" smtClean="0"/>
              <a:t>‘</a:t>
            </a:r>
            <a:r>
              <a:rPr lang="ko-KR" altLang="en-US" smtClean="0"/>
              <a:t>메모</a:t>
            </a:r>
            <a:r>
              <a:rPr lang="en-US" altLang="ko-KR" smtClean="0"/>
              <a:t>’ </a:t>
            </a:r>
            <a:r>
              <a:rPr lang="ko-KR" altLang="en-US" smtClean="0"/>
              <a:t>기능을 잘 활용해서 메모에 그 이유를 적어주는 것도 좋다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2554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엑셀 문서 작성 팁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문서 상단을 띄워놓는 이유</a:t>
            </a:r>
            <a:endParaRPr lang="en-US" altLang="ko-KR" smtClean="0"/>
          </a:p>
          <a:p>
            <a:pPr lvl="1"/>
            <a:r>
              <a:rPr lang="ko-KR" altLang="en-US" smtClean="0"/>
              <a:t>아이데이션</a:t>
            </a:r>
            <a:r>
              <a:rPr lang="en-US" altLang="ko-KR" smtClean="0"/>
              <a:t>, </a:t>
            </a:r>
            <a:r>
              <a:rPr lang="ko-KR" altLang="en-US" smtClean="0"/>
              <a:t>아이디어를 적어놓는다</a:t>
            </a:r>
            <a:r>
              <a:rPr lang="en-US" altLang="ko-KR" smtClean="0"/>
              <a:t>.</a:t>
            </a:r>
          </a:p>
          <a:p>
            <a:pPr lvl="1"/>
            <a:endParaRPr lang="en-US" altLang="ko-KR"/>
          </a:p>
          <a:p>
            <a:r>
              <a:rPr lang="ko-KR" altLang="en-US" smtClean="0"/>
              <a:t>데이터 테이블은 </a:t>
            </a:r>
            <a:r>
              <a:rPr lang="en-US" altLang="ko-KR" smtClean="0"/>
              <a:t>‘</a:t>
            </a:r>
            <a:r>
              <a:rPr lang="ko-KR" altLang="en-US" smtClean="0"/>
              <a:t>구분인자</a:t>
            </a:r>
            <a:r>
              <a:rPr lang="en-US" altLang="ko-KR" smtClean="0"/>
              <a:t>(‘</a:t>
            </a:r>
            <a:r>
              <a:rPr lang="ko-KR" altLang="en-US" smtClean="0"/>
              <a:t>항목</a:t>
            </a:r>
            <a:r>
              <a:rPr lang="en-US" altLang="ko-KR" smtClean="0"/>
              <a:t>‘</a:t>
            </a:r>
            <a:r>
              <a:rPr lang="ko-KR" altLang="en-US" smtClean="0"/>
              <a:t>을 말하는 것 같다</a:t>
            </a:r>
            <a:r>
              <a:rPr lang="en-US" altLang="ko-KR" smtClean="0"/>
              <a:t>.)’</a:t>
            </a:r>
            <a:r>
              <a:rPr lang="ko-KR" altLang="en-US" smtClean="0"/>
              <a:t>이 가장 위에 있는 것이 정석이다</a:t>
            </a:r>
            <a:r>
              <a:rPr lang="en-US" altLang="ko-KR" smtClean="0"/>
              <a:t>.</a:t>
            </a:r>
          </a:p>
          <a:p>
            <a:endParaRPr lang="en-US" altLang="ko-KR" smtClean="0"/>
          </a:p>
          <a:p>
            <a:r>
              <a:rPr lang="ko-KR" altLang="en-US" smtClean="0"/>
              <a:t>특정 값의 종류</a:t>
            </a:r>
            <a:r>
              <a:rPr lang="en-US" altLang="ko-KR" smtClean="0"/>
              <a:t>, MIN~MAX </a:t>
            </a:r>
            <a:r>
              <a:rPr lang="ko-KR" altLang="en-US" smtClean="0"/>
              <a:t>값 등에 대한 내용이 있을 때 적어준다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110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수치에 대한 팁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ko-KR" altLang="en-US" smtClean="0"/>
              <a:t>데이터 테이블에서 특정 수치가 득정 값들 사이에서 증가</a:t>
            </a:r>
            <a:r>
              <a:rPr lang="en-US" altLang="ko-KR" smtClean="0"/>
              <a:t>/</a:t>
            </a:r>
            <a:r>
              <a:rPr lang="ko-KR" altLang="en-US" smtClean="0"/>
              <a:t>감소해야할 경우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en-US" altLang="ko-KR" smtClean="0"/>
              <a:t>=&gt; </a:t>
            </a:r>
            <a:r>
              <a:rPr lang="ko-KR" altLang="en-US" smtClean="0"/>
              <a:t>조건부 서식의 </a:t>
            </a:r>
            <a:r>
              <a:rPr lang="en-US" altLang="ko-KR" smtClean="0"/>
              <a:t>‘</a:t>
            </a:r>
            <a:r>
              <a:rPr lang="ko-KR" altLang="en-US" smtClean="0"/>
              <a:t>셀 강조 규칙</a:t>
            </a:r>
            <a:r>
              <a:rPr lang="en-US" altLang="ko-KR" smtClean="0"/>
              <a:t>＇</a:t>
            </a:r>
            <a:r>
              <a:rPr lang="ko-KR" altLang="en-US" smtClean="0"/>
              <a:t>에서 문제가 있을 경우 표현될 배경색이나 특징을 정해준다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예 </a:t>
            </a:r>
            <a:r>
              <a:rPr lang="en-US" altLang="ko-KR" smtClean="0"/>
              <a:t>1) ‘~</a:t>
            </a:r>
            <a:r>
              <a:rPr lang="ko-KR" altLang="en-US" smtClean="0"/>
              <a:t>보다 큰</a:t>
            </a:r>
            <a:r>
              <a:rPr lang="en-US" altLang="ko-KR" smtClean="0"/>
              <a:t>＇</a:t>
            </a:r>
            <a:r>
              <a:rPr lang="ko-KR" altLang="en-US" smtClean="0"/>
              <a:t>에서 특정 수치를 입력하고 </a:t>
            </a:r>
            <a:r>
              <a:rPr lang="en-US" altLang="ko-KR" smtClean="0"/>
              <a:t>‘</a:t>
            </a:r>
            <a:r>
              <a:rPr lang="ko-KR" altLang="en-US" smtClean="0"/>
              <a:t>붉은 색</a:t>
            </a:r>
            <a:r>
              <a:rPr lang="en-US" altLang="ko-KR" smtClean="0"/>
              <a:t>’</a:t>
            </a:r>
            <a:r>
              <a:rPr lang="ko-KR" altLang="en-US" smtClean="0"/>
              <a:t> 배경을 설정한다</a:t>
            </a:r>
            <a:r>
              <a:rPr lang="en-US" altLang="ko-KR" smtClean="0"/>
              <a:t>.</a:t>
            </a:r>
            <a:br>
              <a:rPr lang="en-US" altLang="ko-KR" smtClean="0"/>
            </a:br>
            <a:r>
              <a:rPr lang="ko-KR" altLang="en-US" smtClean="0"/>
              <a:t>예 </a:t>
            </a:r>
            <a:r>
              <a:rPr lang="en-US" altLang="ko-KR" smtClean="0"/>
              <a:t>2) ‘~</a:t>
            </a:r>
            <a:r>
              <a:rPr lang="ko-KR" altLang="en-US" smtClean="0"/>
              <a:t>보다 작은</a:t>
            </a:r>
            <a:r>
              <a:rPr lang="en-US" altLang="ko-KR" smtClean="0"/>
              <a:t>＇</a:t>
            </a:r>
            <a:r>
              <a:rPr lang="ko-KR" altLang="en-US" smtClean="0"/>
              <a:t>에서 특정 수치를 입력하고 </a:t>
            </a:r>
            <a:r>
              <a:rPr lang="en-US" altLang="ko-KR" smtClean="0"/>
              <a:t>‘</a:t>
            </a:r>
            <a:r>
              <a:rPr lang="ko-KR" altLang="en-US" smtClean="0"/>
              <a:t>노란 색</a:t>
            </a:r>
            <a:r>
              <a:rPr lang="en-US" altLang="ko-KR" smtClean="0"/>
              <a:t>‘</a:t>
            </a:r>
            <a:br>
              <a:rPr lang="en-US" altLang="ko-KR" smtClean="0"/>
            </a:br>
            <a:r>
              <a:rPr lang="ko-KR" altLang="en-US" smtClean="0"/>
              <a:t>배경을 설정한다</a:t>
            </a:r>
            <a:r>
              <a:rPr lang="en-US" altLang="ko-KR" smtClean="0"/>
              <a:t>.</a:t>
            </a:r>
          </a:p>
          <a:p>
            <a:endParaRPr lang="en-US" altLang="ko-KR" smtClean="0"/>
          </a:p>
          <a:p>
            <a:r>
              <a:rPr lang="ko-KR" altLang="en-US" smtClean="0"/>
              <a:t>이렇게 하면</a:t>
            </a:r>
            <a:r>
              <a:rPr lang="en-US" altLang="ko-KR" smtClean="0"/>
              <a:t>, </a:t>
            </a:r>
            <a:r>
              <a:rPr lang="ko-KR" altLang="en-US" smtClean="0"/>
              <a:t>잘못 작성된 수치를 금방 찾아내서 수정할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수 있다</a:t>
            </a:r>
            <a:r>
              <a:rPr lang="en-US" altLang="ko-KR" smtClean="0"/>
              <a:t>.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4174564"/>
            <a:ext cx="2133600" cy="2683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056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699134"/>
            <a:ext cx="11430000" cy="5459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698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아이템에 대한 문서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032376"/>
          </a:xfrm>
        </p:spPr>
        <p:txBody>
          <a:bodyPr>
            <a:normAutofit/>
          </a:bodyPr>
          <a:lstStyle/>
          <a:p>
            <a:r>
              <a:rPr lang="en-US" altLang="ko-KR" smtClean="0"/>
              <a:t>‘</a:t>
            </a:r>
            <a:r>
              <a:rPr lang="ko-KR" altLang="en-US" smtClean="0"/>
              <a:t>아이템명</a:t>
            </a:r>
            <a:r>
              <a:rPr lang="en-US" altLang="ko-KR" smtClean="0"/>
              <a:t>’, ‘</a:t>
            </a:r>
            <a:r>
              <a:rPr lang="ko-KR" altLang="en-US" smtClean="0"/>
              <a:t>아이템타입</a:t>
            </a:r>
            <a:r>
              <a:rPr lang="en-US" altLang="ko-KR" smtClean="0"/>
              <a:t>’, ‘</a:t>
            </a:r>
            <a:r>
              <a:rPr lang="ko-KR" altLang="en-US" smtClean="0"/>
              <a:t>아이템이미지 픽토그램</a:t>
            </a:r>
            <a:r>
              <a:rPr lang="en-US" altLang="ko-KR" smtClean="0"/>
              <a:t>,</a:t>
            </a:r>
            <a:r>
              <a:rPr lang="ko-KR" altLang="en-US" smtClean="0"/>
              <a:t>아이콘</a:t>
            </a:r>
            <a:r>
              <a:rPr lang="en-US" altLang="ko-KR" smtClean="0"/>
              <a:t>’ </a:t>
            </a:r>
            <a:r>
              <a:rPr lang="ko-KR" altLang="en-US" smtClean="0"/>
              <a:t>이 </a:t>
            </a:r>
            <a:r>
              <a:rPr lang="en-US" altLang="ko-KR" smtClean="0"/>
              <a:t>3</a:t>
            </a:r>
            <a:r>
              <a:rPr lang="ko-KR" altLang="en-US" smtClean="0"/>
              <a:t>가지는 밸런스 기획자의 영역이 아닌 </a:t>
            </a:r>
            <a:r>
              <a:rPr lang="en-US" altLang="ko-KR" smtClean="0"/>
              <a:t>‘</a:t>
            </a:r>
            <a:r>
              <a:rPr lang="ko-KR" altLang="en-US" smtClean="0"/>
              <a:t>설정</a:t>
            </a:r>
            <a:r>
              <a:rPr lang="en-US" altLang="ko-KR" smtClean="0"/>
              <a:t>‘ </a:t>
            </a:r>
            <a:r>
              <a:rPr lang="ko-KR" altLang="en-US" smtClean="0"/>
              <a:t>영역이다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그러나 취업 포트폴리오에는 적어주자</a:t>
            </a:r>
            <a:r>
              <a:rPr lang="en-US" altLang="ko-KR" smtClean="0"/>
              <a:t>.</a:t>
            </a:r>
            <a:br>
              <a:rPr lang="en-US" altLang="ko-KR" smtClean="0"/>
            </a:br>
            <a:r>
              <a:rPr lang="ko-KR" altLang="en-US" smtClean="0"/>
              <a:t>면접관의 이해를 돕기 위해</a:t>
            </a:r>
            <a:r>
              <a:rPr lang="en-US" altLang="ko-KR" smtClean="0"/>
              <a:t>.</a:t>
            </a:r>
          </a:p>
          <a:p>
            <a:endParaRPr lang="en-US" altLang="ko-KR" smtClean="0"/>
          </a:p>
        </p:txBody>
      </p:sp>
    </p:spTree>
    <p:extLst>
      <p:ext uri="{BB962C8B-B14F-4D97-AF65-F5344CB8AC3E}">
        <p14:creationId xmlns:p14="http://schemas.microsoft.com/office/powerpoint/2010/main" val="20419987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문서 작성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ko-KR" altLang="en-US" smtClean="0"/>
              <a:t>아이템명은 </a:t>
            </a:r>
            <a:r>
              <a:rPr lang="en-US" altLang="ko-KR" smtClean="0"/>
              <a:t>‘</a:t>
            </a:r>
            <a:r>
              <a:rPr lang="ko-KR" altLang="en-US" smtClean="0"/>
              <a:t>센스</a:t>
            </a:r>
            <a:r>
              <a:rPr lang="en-US" altLang="ko-KR" smtClean="0"/>
              <a:t>’</a:t>
            </a:r>
            <a:r>
              <a:rPr lang="ko-KR" altLang="en-US" smtClean="0"/>
              <a:t>가 보이게 신중하게 만들자</a:t>
            </a:r>
            <a:r>
              <a:rPr lang="en-US" altLang="ko-KR" smtClean="0"/>
              <a:t>.(ai </a:t>
            </a:r>
            <a:r>
              <a:rPr lang="ko-KR" altLang="en-US" smtClean="0"/>
              <a:t>활용</a:t>
            </a:r>
            <a:r>
              <a:rPr lang="en-US" altLang="ko-KR" smtClean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 smtClean="0"/>
              <a:t>아이템 타입은 플레이어 캐릭터의 부위별 파츠를 적어주자</a:t>
            </a:r>
            <a:r>
              <a:rPr lang="en-US" altLang="ko-KR" smtClean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 smtClean="0"/>
              <a:t>메인 아이템 혹은 소모성 아이템들을 적어주면 된다</a:t>
            </a:r>
            <a:r>
              <a:rPr lang="en-US" altLang="ko-KR" smtClean="0"/>
              <a:t>.</a:t>
            </a:r>
            <a:br>
              <a:rPr lang="en-US" altLang="ko-KR" smtClean="0"/>
            </a:br>
            <a:r>
              <a:rPr lang="ko-KR" altLang="en-US" smtClean="0"/>
              <a:t>퀘스트 아이템이나 </a:t>
            </a:r>
            <a:r>
              <a:rPr lang="en-US" altLang="ko-KR" smtClean="0"/>
              <a:t>1</a:t>
            </a:r>
            <a:r>
              <a:rPr lang="ko-KR" altLang="en-US" smtClean="0"/>
              <a:t>회성 아이템은 적지 말자</a:t>
            </a:r>
            <a:r>
              <a:rPr lang="en-US" altLang="ko-KR" smtClean="0"/>
              <a:t>.</a:t>
            </a:r>
            <a:br>
              <a:rPr lang="en-US" altLang="ko-KR" smtClean="0"/>
            </a:br>
            <a:r>
              <a:rPr lang="en-US" altLang="ko-KR" smtClean="0"/>
              <a:t>(</a:t>
            </a:r>
            <a:r>
              <a:rPr lang="ko-KR" altLang="en-US" smtClean="0"/>
              <a:t>이런 아이템들은 혼란을 줄 수 있다</a:t>
            </a:r>
            <a:r>
              <a:rPr lang="en-US" altLang="ko-KR" smtClean="0"/>
              <a:t>. </a:t>
            </a:r>
            <a:r>
              <a:rPr lang="ko-KR" altLang="en-US" smtClean="0"/>
              <a:t>대기업은 이런 아이템들을 관리하는 테이블이 따로 있다</a:t>
            </a:r>
            <a:r>
              <a:rPr lang="en-US" altLang="ko-KR" smtClean="0"/>
              <a:t>.)</a:t>
            </a:r>
            <a:endParaRPr lang="ko-KR" altLang="en-US" smtClean="0"/>
          </a:p>
          <a:p>
            <a:pPr marL="514350" indent="-514350">
              <a:buFont typeface="+mj-lt"/>
              <a:buAutoNum type="arabicPeriod"/>
            </a:pPr>
            <a:r>
              <a:rPr lang="en-US" altLang="ko-KR" smtClean="0"/>
              <a:t>‘</a:t>
            </a:r>
            <a:r>
              <a:rPr lang="ko-KR" altLang="en-US" smtClean="0"/>
              <a:t>귀속여부</a:t>
            </a:r>
            <a:r>
              <a:rPr lang="en-US" altLang="ko-KR" smtClean="0"/>
              <a:t>’</a:t>
            </a:r>
            <a:r>
              <a:rPr lang="ko-KR" altLang="en-US" smtClean="0"/>
              <a:t>는 경제 밸런스에서 굉장히 중요한 안전 장치다</a:t>
            </a:r>
            <a:r>
              <a:rPr lang="en-US" altLang="ko-KR" smtClean="0"/>
              <a:t>.</a:t>
            </a:r>
          </a:p>
          <a:p>
            <a:pPr marL="514350" indent="-514350">
              <a:buFont typeface="+mj-lt"/>
              <a:buAutoNum type="arabicPeriod"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84176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smtClean="0"/>
              <a:t>5. 1</a:t>
            </a:r>
            <a:r>
              <a:rPr lang="ko-KR" altLang="en-US" smtClean="0"/>
              <a:t>회 교환 등과 같은 내용을 여기 적으면 된다</a:t>
            </a:r>
            <a:r>
              <a:rPr lang="en-US" altLang="ko-KR" smtClean="0"/>
              <a:t>.</a:t>
            </a:r>
          </a:p>
          <a:p>
            <a:pPr marL="0" indent="0">
              <a:buNone/>
            </a:pPr>
            <a:r>
              <a:rPr lang="en-US" altLang="ko-KR" smtClean="0"/>
              <a:t>6. </a:t>
            </a:r>
            <a:r>
              <a:rPr lang="ko-KR" altLang="en-US" smtClean="0"/>
              <a:t>공격력과 공격력 합산과 관련된 내용을 적어준다</a:t>
            </a:r>
            <a:r>
              <a:rPr lang="en-US" altLang="ko-KR" smtClean="0"/>
              <a:t>.</a:t>
            </a:r>
          </a:p>
          <a:p>
            <a:pPr marL="0" indent="0">
              <a:buNone/>
            </a:pPr>
            <a:r>
              <a:rPr lang="en-US" altLang="ko-KR" smtClean="0"/>
              <a:t>7. </a:t>
            </a:r>
            <a:r>
              <a:rPr lang="ko-KR" altLang="en-US" smtClean="0"/>
              <a:t>방어력과 방어력 합산과 관련된 내용을 적어준다</a:t>
            </a:r>
            <a:r>
              <a:rPr lang="en-US" altLang="ko-KR" smtClean="0"/>
              <a:t>.</a:t>
            </a:r>
          </a:p>
          <a:p>
            <a:pPr marL="0" indent="0">
              <a:buNone/>
            </a:pPr>
            <a:r>
              <a:rPr lang="en-US" altLang="ko-KR" smtClean="0"/>
              <a:t>8. ‘</a:t>
            </a:r>
            <a:r>
              <a:rPr lang="ko-KR" altLang="en-US" smtClean="0"/>
              <a:t>카리스마</a:t>
            </a:r>
            <a:r>
              <a:rPr lang="en-US" altLang="ko-KR" smtClean="0"/>
              <a:t>’, ‘</a:t>
            </a:r>
            <a:r>
              <a:rPr lang="ko-KR" altLang="en-US" smtClean="0"/>
              <a:t>인기도</a:t>
            </a:r>
            <a:r>
              <a:rPr lang="en-US" altLang="ko-KR" smtClean="0"/>
              <a:t>‘ </a:t>
            </a:r>
            <a:r>
              <a:rPr lang="ko-KR" altLang="en-US" smtClean="0"/>
              <a:t>등 독특한 요소들에 대한 내용을 적어준다</a:t>
            </a:r>
            <a:r>
              <a:rPr lang="en-US" altLang="ko-KR" smtClean="0"/>
              <a:t>.</a:t>
            </a:r>
          </a:p>
          <a:p>
            <a:endParaRPr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문서 작성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2559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smtClean="0"/>
              <a:t>9. </a:t>
            </a:r>
            <a:r>
              <a:rPr lang="ko-KR" altLang="en-US" smtClean="0"/>
              <a:t>세트 효과가 있는 아이템일 경우</a:t>
            </a:r>
            <a:r>
              <a:rPr lang="en-US" altLang="ko-KR" smtClean="0"/>
              <a:t>, </a:t>
            </a:r>
            <a:r>
              <a:rPr lang="ko-KR" altLang="en-US" smtClean="0"/>
              <a:t>셀을 병합하지 말자</a:t>
            </a:r>
            <a:r>
              <a:rPr lang="en-US" altLang="ko-KR" smtClean="0"/>
              <a:t>.(</a:t>
            </a:r>
            <a:r>
              <a:rPr lang="ko-KR" altLang="en-US" smtClean="0"/>
              <a:t>버그 생김</a:t>
            </a:r>
            <a:r>
              <a:rPr lang="en-US" altLang="ko-KR" smtClean="0"/>
              <a:t>) </a:t>
            </a:r>
            <a:r>
              <a:rPr lang="ko-KR" altLang="en-US" smtClean="0"/>
              <a:t>제일 위에만 설명을 적어주고</a:t>
            </a:r>
            <a:r>
              <a:rPr lang="en-US" altLang="ko-KR" smtClean="0"/>
              <a:t>, </a:t>
            </a:r>
            <a:r>
              <a:rPr lang="ko-KR" altLang="en-US" smtClean="0"/>
              <a:t>나머지는 세트 아이템임을 알려주고</a:t>
            </a:r>
            <a:r>
              <a:rPr lang="en-US" altLang="ko-KR" smtClean="0"/>
              <a:t>, </a:t>
            </a:r>
            <a:r>
              <a:rPr lang="ko-KR" altLang="en-US" smtClean="0"/>
              <a:t>테두리만 표시한다</a:t>
            </a:r>
            <a:r>
              <a:rPr lang="en-US" altLang="ko-KR" smtClean="0"/>
              <a:t>.</a:t>
            </a:r>
          </a:p>
          <a:p>
            <a:pPr marL="0" indent="0">
              <a:buNone/>
            </a:pPr>
            <a:r>
              <a:rPr lang="en-US" altLang="ko-KR" smtClean="0"/>
              <a:t>10. </a:t>
            </a:r>
            <a:r>
              <a:rPr lang="ko-KR" altLang="en-US" smtClean="0"/>
              <a:t>속성 시스템에 따른 속성값을 적어준다</a:t>
            </a:r>
            <a:r>
              <a:rPr lang="en-US" altLang="ko-KR" smtClean="0"/>
              <a:t>. </a:t>
            </a:r>
            <a:r>
              <a:rPr lang="ko-KR" altLang="en-US" smtClean="0"/>
              <a:t>예를 들면 불</a:t>
            </a:r>
            <a:r>
              <a:rPr lang="en-US" altLang="ko-KR" smtClean="0"/>
              <a:t>, </a:t>
            </a:r>
            <a:r>
              <a:rPr lang="ko-KR" altLang="en-US" smtClean="0"/>
              <a:t>물</a:t>
            </a:r>
            <a:r>
              <a:rPr lang="en-US" altLang="ko-KR" smtClean="0"/>
              <a:t>, </a:t>
            </a:r>
            <a:r>
              <a:rPr lang="ko-KR" altLang="en-US" smtClean="0"/>
              <a:t>바람 등과 관련된 값</a:t>
            </a:r>
            <a:r>
              <a:rPr lang="en-US" altLang="ko-KR" smtClean="0"/>
              <a:t>. </a:t>
            </a:r>
            <a:r>
              <a:rPr lang="ko-KR" altLang="en-US" smtClean="0"/>
              <a:t>값의 종류와 값의 내용</a:t>
            </a:r>
            <a:r>
              <a:rPr lang="en-US" altLang="ko-KR" smtClean="0"/>
              <a:t>(</a:t>
            </a:r>
            <a:r>
              <a:rPr lang="ko-KR" altLang="en-US" smtClean="0"/>
              <a:t>수치</a:t>
            </a:r>
            <a:r>
              <a:rPr lang="en-US" altLang="ko-KR" smtClean="0"/>
              <a:t>)</a:t>
            </a:r>
            <a:r>
              <a:rPr lang="ko-KR" altLang="en-US" smtClean="0"/>
              <a:t>으로</a:t>
            </a:r>
            <a:r>
              <a:rPr lang="en-US" altLang="ko-KR" smtClean="0"/>
              <a:t>.</a:t>
            </a:r>
          </a:p>
          <a:p>
            <a:pPr marL="0" indent="0">
              <a:buNone/>
            </a:pPr>
            <a:r>
              <a:rPr lang="en-US" altLang="ko-KR" smtClean="0"/>
              <a:t>11. </a:t>
            </a:r>
            <a:r>
              <a:rPr lang="ko-KR" altLang="en-US" smtClean="0"/>
              <a:t>이 부분은 특별한 경우다</a:t>
            </a:r>
            <a:r>
              <a:rPr lang="en-US" altLang="ko-KR" smtClean="0"/>
              <a:t>. ‘</a:t>
            </a:r>
            <a:r>
              <a:rPr lang="ko-KR" altLang="en-US" smtClean="0"/>
              <a:t>공격력</a:t>
            </a:r>
            <a:r>
              <a:rPr lang="en-US" altLang="ko-KR" smtClean="0"/>
              <a:t>’</a:t>
            </a:r>
            <a:r>
              <a:rPr lang="ko-KR" altLang="en-US" smtClean="0"/>
              <a:t>으로 할지</a:t>
            </a:r>
            <a:r>
              <a:rPr lang="en-US" altLang="ko-KR" smtClean="0"/>
              <a:t>, ‘</a:t>
            </a:r>
            <a:r>
              <a:rPr lang="ko-KR" altLang="en-US" smtClean="0"/>
              <a:t>최소 공격력</a:t>
            </a:r>
            <a:r>
              <a:rPr lang="en-US" altLang="ko-KR" smtClean="0"/>
              <a:t>’</a:t>
            </a:r>
            <a:r>
              <a:rPr lang="ko-KR" altLang="en-US" smtClean="0"/>
              <a:t>과 </a:t>
            </a:r>
            <a:r>
              <a:rPr lang="en-US" altLang="ko-KR" smtClean="0"/>
              <a:t>‘</a:t>
            </a:r>
            <a:r>
              <a:rPr lang="ko-KR" altLang="en-US" smtClean="0"/>
              <a:t>최대 공격력</a:t>
            </a:r>
            <a:r>
              <a:rPr lang="en-US" altLang="ko-KR" smtClean="0"/>
              <a:t>＇</a:t>
            </a:r>
            <a:r>
              <a:rPr lang="ko-KR" altLang="en-US" smtClean="0"/>
              <a:t>으로 할 지를 선택해서 작성해주자</a:t>
            </a:r>
            <a:r>
              <a:rPr lang="en-US" altLang="ko-KR" smtClean="0"/>
              <a:t>.</a:t>
            </a:r>
          </a:p>
          <a:p>
            <a:endParaRPr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문서 작성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63004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81525"/>
            <a:ext cx="11277600" cy="609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6068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532603"/>
            <a:ext cx="9448800" cy="5792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3249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</TotalTime>
  <Words>296</Words>
  <Application>Microsoft Office PowerPoint</Application>
  <PresentationFormat>와이드스크린</PresentationFormat>
  <Paragraphs>35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맑은 고딕</vt:lpstr>
      <vt:lpstr>Arial</vt:lpstr>
      <vt:lpstr>Office 테마</vt:lpstr>
      <vt:lpstr>PowerPoint 프레젠테이션</vt:lpstr>
      <vt:lpstr>문서에 대하여</vt:lpstr>
      <vt:lpstr>엑셀 문서 작성 팁</vt:lpstr>
      <vt:lpstr>수치에 대한 팁</vt:lpstr>
      <vt:lpstr>PowerPoint 프레젠테이션</vt:lpstr>
      <vt:lpstr>아이템에 대한 문서</vt:lpstr>
      <vt:lpstr>문서 작성</vt:lpstr>
      <vt:lpstr>문서 작성</vt:lpstr>
      <vt:lpstr>문서 작성</vt:lpstr>
      <vt:lpstr>PowerPoint 프레젠테이션</vt:lpstr>
      <vt:lpstr>PowerPoint 프레젠테이션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FullName</dc:creator>
  <cp:lastModifiedBy>FullName</cp:lastModifiedBy>
  <cp:revision>7</cp:revision>
  <dcterms:created xsi:type="dcterms:W3CDTF">2026-07-30T05:01:57Z</dcterms:created>
  <dcterms:modified xsi:type="dcterms:W3CDTF">2026-07-31T06:50:26Z</dcterms:modified>
</cp:coreProperties>
</file>