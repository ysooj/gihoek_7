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4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42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52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07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26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64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10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80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19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2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44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6C61D-316E-4F67-A50A-B9E2892B7691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A7D57-B9BE-47B7-BB28-91E093C31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082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스킬에 대한 공격 횟수</a:t>
            </a:r>
            <a:r>
              <a:rPr lang="en-US" altLang="ko-KR" smtClean="0"/>
              <a:t>, </a:t>
            </a:r>
            <a:r>
              <a:rPr lang="ko-KR" altLang="en-US" smtClean="0"/>
              <a:t>데미지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어떤 스킬을 골랐을 때</a:t>
            </a:r>
            <a:r>
              <a:rPr lang="en-US" altLang="ko-KR" smtClean="0"/>
              <a:t>, </a:t>
            </a:r>
            <a:r>
              <a:rPr lang="ko-KR" altLang="en-US" smtClean="0"/>
              <a:t>그 스킬에 해당하는 데미지가 나오게 하자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스킬 시트에서 절대값과 비율로 나눠서 표현하자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en-US" altLang="ko-KR" smtClean="0"/>
              <a:t>CHOOSE, IF </a:t>
            </a:r>
            <a:r>
              <a:rPr lang="ko-KR" altLang="en-US" smtClean="0"/>
              <a:t>함수를 사용해서 만들어보자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완성한 함수 예시</a:t>
            </a:r>
            <a:endParaRPr lang="en-US" altLang="ko-KR" smtClean="0"/>
          </a:p>
          <a:p>
            <a:r>
              <a:rPr lang="en-US" altLang="ko-KR" smtClean="0"/>
              <a:t>=IFERROR(VALUE(TRIM(MID(Q2,FIND("×",Q2)+1,FIND("%",Q2)-FIND("×",Q2)-1)))/100,0)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69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주신 함수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/>
              <a:t>=IF(V8&gt;V18,"B</a:t>
            </a:r>
            <a:r>
              <a:rPr lang="ko-KR" altLang="en-US"/>
              <a:t>가 승리</a:t>
            </a:r>
            <a:r>
              <a:rPr lang="en-US" altLang="ko-KR"/>
              <a:t>",IF(V18&gt;V8,"A</a:t>
            </a:r>
            <a:r>
              <a:rPr lang="ko-KR" altLang="en-US"/>
              <a:t>가 승리</a:t>
            </a:r>
            <a:r>
              <a:rPr lang="en-US" altLang="ko-KR"/>
              <a:t>",IF(V8=V18,"</a:t>
            </a:r>
            <a:r>
              <a:rPr lang="ko-KR" altLang="en-US"/>
              <a:t>무승부</a:t>
            </a:r>
            <a:r>
              <a:rPr lang="en-US" altLang="ko-KR"/>
              <a:t>","</a:t>
            </a:r>
            <a:r>
              <a:rPr lang="ko-KR" altLang="en-US"/>
              <a:t>전투 </a:t>
            </a:r>
            <a:r>
              <a:rPr lang="ko-KR" altLang="en-US"/>
              <a:t>진행중</a:t>
            </a:r>
            <a:r>
              <a:rPr lang="en-US" altLang="ko-KR" smtClean="0"/>
              <a:t>")))</a:t>
            </a:r>
          </a:p>
          <a:p>
            <a:endParaRPr lang="en-US" altLang="ko-KR"/>
          </a:p>
          <a:p>
            <a:r>
              <a:rPr lang="en-US" altLang="ko-KR"/>
              <a:t>=IF(V8&gt;V18,"A</a:t>
            </a:r>
            <a:r>
              <a:rPr lang="ko-KR" altLang="en-US"/>
              <a:t>의 패배</a:t>
            </a:r>
            <a:r>
              <a:rPr lang="en-US" altLang="ko-KR"/>
              <a:t>",IF(V18&gt;V8,"B</a:t>
            </a:r>
            <a:r>
              <a:rPr lang="ko-KR" altLang="en-US"/>
              <a:t>의 패배</a:t>
            </a:r>
            <a:r>
              <a:rPr lang="en-US" altLang="ko-KR"/>
              <a:t>",IF(V8=V18,"</a:t>
            </a:r>
            <a:r>
              <a:rPr lang="ko-KR" altLang="en-US"/>
              <a:t>무승부</a:t>
            </a:r>
            <a:r>
              <a:rPr lang="en-US" altLang="ko-KR"/>
              <a:t>","</a:t>
            </a:r>
            <a:r>
              <a:rPr lang="ko-KR" altLang="en-US"/>
              <a:t>전투 </a:t>
            </a:r>
            <a:r>
              <a:rPr lang="ko-KR" altLang="en-US"/>
              <a:t>진행중</a:t>
            </a:r>
            <a:r>
              <a:rPr lang="en-US" altLang="ko-KR" smtClean="0"/>
              <a:t>")))</a:t>
            </a:r>
          </a:p>
          <a:p>
            <a:endParaRPr lang="en-US" altLang="ko-KR"/>
          </a:p>
          <a:p>
            <a:r>
              <a:rPr lang="ko-KR" altLang="en-US" smtClean="0"/>
              <a:t>전투 시간에 따른 전투 결과가</a:t>
            </a:r>
            <a:r>
              <a:rPr lang="en-US" altLang="ko-KR" smtClean="0"/>
              <a:t>, </a:t>
            </a:r>
            <a:r>
              <a:rPr lang="ko-KR" altLang="en-US" smtClean="0"/>
              <a:t>우리가 입력하는 수치에 따라 달라질 수 있게 만들어보자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일반 공격</a:t>
            </a:r>
            <a:r>
              <a:rPr lang="en-US" altLang="ko-KR" smtClean="0"/>
              <a:t>, </a:t>
            </a:r>
            <a:r>
              <a:rPr lang="ko-KR" altLang="en-US" smtClean="0"/>
              <a:t>스킬</a:t>
            </a:r>
            <a:r>
              <a:rPr lang="en-US" altLang="ko-KR" smtClean="0"/>
              <a:t>1, </a:t>
            </a:r>
            <a:r>
              <a:rPr lang="ko-KR" altLang="en-US" smtClean="0"/>
              <a:t>스킬</a:t>
            </a:r>
            <a:r>
              <a:rPr lang="en-US" altLang="ko-KR" smtClean="0"/>
              <a:t>2 </a:t>
            </a:r>
            <a:r>
              <a:rPr lang="ko-KR" altLang="en-US" smtClean="0"/>
              <a:t>등 각각의 공격 요소를 얼마나 하는 지에 따라서 결과가 달라질 수 있게 표현하는 것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3511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133</Words>
  <Application>Microsoft Office PowerPoint</Application>
  <PresentationFormat>와이드스크린</PresentationFormat>
  <Paragraphs>14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스킬에 대한 공격 횟수, 데미지</vt:lpstr>
      <vt:lpstr>선생님께서 주신 함수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2시 20분까지</dc:title>
  <dc:creator>FullName</dc:creator>
  <cp:lastModifiedBy>FullName</cp:lastModifiedBy>
  <cp:revision>8</cp:revision>
  <dcterms:created xsi:type="dcterms:W3CDTF">2026-08-11T04:55:26Z</dcterms:created>
  <dcterms:modified xsi:type="dcterms:W3CDTF">2026-08-11T06:49:01Z</dcterms:modified>
</cp:coreProperties>
</file>